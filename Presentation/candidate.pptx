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abcb6e149f4c34" /><Relationship Type="http://schemas.openxmlformats.org/officeDocument/2006/relationships/extended-properties" Target="/docProps/app.xml" Id="R6bc0ada176df411a" /><Relationship Type="http://schemas.openxmlformats.org/officeDocument/2006/relationships/officeDocument" Target="/ppt/presentation.xml" Id="R20f33cbfde3b4d88" /></Relationships>
</file>

<file path=ppt/presentation.xml><?xml version="1.0" encoding="utf-8"?>
<p:presentation xmlns:p="http://schemas.openxmlformats.org/presentationml/2006/main">
  <p:sldMasterIdLst>
    <p:sldMasterId xmlns:r="http://schemas.openxmlformats.org/officeDocument/2006/relationships" id="2147483648" r:id="R066e6fb1499f462a"/>
  </p:sldMasterIdLst>
  <p:notesMasterIdLst>
    <p:notesMasterId xmlns:r="http://schemas.openxmlformats.org/officeDocument/2006/relationships" r:id="R29472847b8bb4cc4"/>
  </p:notesMasterIdLst>
  <p:sldIdLst>
    <p:sldId xmlns:r="http://schemas.openxmlformats.org/officeDocument/2006/relationships" id="256" r:id="Rb5088a83648a4ded"/>
    <p:sldId xmlns:r="http://schemas.openxmlformats.org/officeDocument/2006/relationships" id="257" r:id="R0e90959baffb41c1"/>
    <p:sldId xmlns:r="http://schemas.openxmlformats.org/officeDocument/2006/relationships" id="258" r:id="Ra25f019d2c6e489f"/>
    <p:sldId xmlns:r="http://schemas.openxmlformats.org/officeDocument/2006/relationships" id="259" r:id="R8679d0ac580349ae"/>
    <p:sldId xmlns:r="http://schemas.openxmlformats.org/officeDocument/2006/relationships" id="260" r:id="Rc9543706921b481d"/>
    <p:sldId xmlns:r="http://schemas.openxmlformats.org/officeDocument/2006/relationships" id="261" r:id="Ref23b298e8fd4de0"/>
    <p:sldId xmlns:r="http://schemas.openxmlformats.org/officeDocument/2006/relationships" id="262" r:id="R6e03b714fb374a6b"/>
    <p:sldId xmlns:r="http://schemas.openxmlformats.org/officeDocument/2006/relationships" id="263" r:id="R64bd1e402bbe4619"/>
    <p:sldId xmlns:r="http://schemas.openxmlformats.org/officeDocument/2006/relationships" id="264" r:id="R96e7432da61244f7"/>
    <p:sldId xmlns:r="http://schemas.openxmlformats.org/officeDocument/2006/relationships" id="265" r:id="R30e94e72f0e64317"/>
    <p:sldId xmlns:r="http://schemas.openxmlformats.org/officeDocument/2006/relationships" id="266" r:id="R05dd61c469a3470c"/>
    <p:sldId xmlns:r="http://schemas.openxmlformats.org/officeDocument/2006/relationships" id="267" r:id="R84a41bf1ef4e4ab2"/>
    <p:sldId xmlns:r="http://schemas.openxmlformats.org/officeDocument/2006/relationships" id="268" r:id="R398c9072dbca4467"/>
    <p:sldId xmlns:r="http://schemas.openxmlformats.org/officeDocument/2006/relationships" id="269" r:id="R24eadbdbfc9747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2b2d047b504095" /><Relationship Type="http://schemas.openxmlformats.org/officeDocument/2006/relationships/slideMaster" Target="/ppt/slideMasters/slideMaster1.xml" Id="R066e6fb1499f462a" /><Relationship Type="http://schemas.openxmlformats.org/officeDocument/2006/relationships/notesMaster" Target="/ppt/notesMasters/notesMaster1.xml" Id="R29472847b8bb4cc4" /><Relationship Type="http://schemas.openxmlformats.org/officeDocument/2006/relationships/presProps" Target="/ppt/presProps.xml" Id="Rd3c9d4e1bbe24b27" /><Relationship Type="http://schemas.openxmlformats.org/officeDocument/2006/relationships/tableStyles" Target="/ppt/tableStyles.xml" Id="Re0ebff90b9ad4d3a" /><Relationship Type="http://schemas.openxmlformats.org/officeDocument/2006/relationships/slide" Target="/ppt/slides/slide1.xml" Id="Rb5088a83648a4ded" /><Relationship Type="http://schemas.openxmlformats.org/officeDocument/2006/relationships/slide" Target="/ppt/slides/slide2.xml" Id="R0e90959baffb41c1" /><Relationship Type="http://schemas.openxmlformats.org/officeDocument/2006/relationships/slide" Target="/ppt/slides/slide3.xml" Id="Ra25f019d2c6e489f" /><Relationship Type="http://schemas.openxmlformats.org/officeDocument/2006/relationships/slide" Target="/ppt/slides/slide4.xml" Id="R8679d0ac580349ae" /><Relationship Type="http://schemas.openxmlformats.org/officeDocument/2006/relationships/slide" Target="/ppt/slides/slide5.xml" Id="Rc9543706921b481d" /><Relationship Type="http://schemas.openxmlformats.org/officeDocument/2006/relationships/slide" Target="/ppt/slides/slide6.xml" Id="Ref23b298e8fd4de0" /><Relationship Type="http://schemas.openxmlformats.org/officeDocument/2006/relationships/slide" Target="/ppt/slides/slide7.xml" Id="R6e03b714fb374a6b" /><Relationship Type="http://schemas.openxmlformats.org/officeDocument/2006/relationships/slide" Target="/ppt/slides/slide8.xml" Id="R64bd1e402bbe4619" /><Relationship Type="http://schemas.openxmlformats.org/officeDocument/2006/relationships/slide" Target="/ppt/slides/slide9.xml" Id="R96e7432da61244f7" /><Relationship Type="http://schemas.openxmlformats.org/officeDocument/2006/relationships/slide" Target="/ppt/slides/slide10.xml" Id="R30e94e72f0e64317" /><Relationship Type="http://schemas.openxmlformats.org/officeDocument/2006/relationships/slide" Target="/ppt/slides/slide11.xml" Id="R05dd61c469a3470c" /><Relationship Type="http://schemas.openxmlformats.org/officeDocument/2006/relationships/slide" Target="/ppt/slides/slide12.xml" Id="R84a41bf1ef4e4ab2" /><Relationship Type="http://schemas.openxmlformats.org/officeDocument/2006/relationships/slide" Target="/ppt/slides/slide13.xml" Id="R398c9072dbca4467" /><Relationship Type="http://schemas.openxmlformats.org/officeDocument/2006/relationships/slide" Target="/ppt/slides/slide14.xml" Id="R24eadbdbfc9747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16483f1cac4f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8a160323504d4a" /><Relationship Type="http://schemas.openxmlformats.org/officeDocument/2006/relationships/notesMaster" Target="/ppt/notesMasters/notesMaster1.xml" Id="R2c097f39bbd14e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bbdf1ac0d741c1" /><Relationship Type="http://schemas.openxmlformats.org/officeDocument/2006/relationships/notesMaster" Target="/ppt/notesMasters/notesMaster1.xml" Id="R0f6d04b0b382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b811d1f4fe4f98" /><Relationship Type="http://schemas.openxmlformats.org/officeDocument/2006/relationships/notesMaster" Target="/ppt/notesMasters/notesMaster1.xml" Id="Rc522e525a50d40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07e852d77f4201" /><Relationship Type="http://schemas.openxmlformats.org/officeDocument/2006/relationships/notesMaster" Target="/ppt/notesMasters/notesMaster1.xml" Id="Rd881eab9e3a54b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e88f1ad2424284" /><Relationship Type="http://schemas.openxmlformats.org/officeDocument/2006/relationships/notesMaster" Target="/ppt/notesMasters/notesMaster1.xml" Id="R3d903833938747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297858344e48cd" /><Relationship Type="http://schemas.openxmlformats.org/officeDocument/2006/relationships/notesMaster" Target="/ppt/notesMasters/notesMaster1.xml" Id="Rbbe0993a26dc41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7eac6563124c0d" /><Relationship Type="http://schemas.openxmlformats.org/officeDocument/2006/relationships/notesMaster" Target="/ppt/notesMasters/notesMaster1.xml" Id="R11fe635b264048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6b49fc7ab64dad" /><Relationship Type="http://schemas.openxmlformats.org/officeDocument/2006/relationships/notesMaster" Target="/ppt/notesMasters/notesMaster1.xml" Id="Rfd3aa94b7f5848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58b2e2011b499e" /><Relationship Type="http://schemas.openxmlformats.org/officeDocument/2006/relationships/notesMaster" Target="/ppt/notesMasters/notesMaster1.xml" Id="Rb43a7e8924c341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2e53ca7ee24581" /><Relationship Type="http://schemas.openxmlformats.org/officeDocument/2006/relationships/notesMaster" Target="/ppt/notesMasters/notesMaster1.xml" Id="Raff550b48c6944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2f2fe7904e4bc1" /><Relationship Type="http://schemas.openxmlformats.org/officeDocument/2006/relationships/notesMaster" Target="/ppt/notesMasters/notesMaster1.xml" Id="Rf4dd605adedf4c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43724499be4e31" /><Relationship Type="http://schemas.openxmlformats.org/officeDocument/2006/relationships/notesMaster" Target="/ppt/notesMasters/notesMaster1.xml" Id="R68305fcfab6842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2d01373f0448cb" /><Relationship Type="http://schemas.openxmlformats.org/officeDocument/2006/relationships/notesMaster" Target="/ppt/notesMasters/notesMaster1.xml" Id="R4ce71d4a6b5f45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44d3e5d17c4dd3" /><Relationship Type="http://schemas.openxmlformats.org/officeDocument/2006/relationships/notesMaster" Target="/ppt/notesMasters/notesMaster1.xml" Id="Rc8eec1bff2e848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15 seconds. This is Contract Lens, a retrieval-augmented generation chatbot for fintech contracts. It searches supplied documents and links generated claims to source evidence. I will show the build, the architecture and several questions, including cases that require clarification or lack sufficient evidence.</a:t>
            </a:r>
          </a:p>
          <a:p xmlns:a="http://schemas.openxmlformats.org/drawingml/2006/main">
            <a:r>
              <a:t/>
            </a:r>
          </a:p>
          <a:p xmlns:a="http://schemas.openxmlformats.org/drawingml/2006/main">
            <a:r>
              <a:t>Sources</a:t>
            </a:r>
          </a:p>
          <a:p xmlns:a="http://schemas.openxmlformats.org/drawingml/2006/main">
            <a:r>
              <a:t>C:\Users\Administrator\Documents\Codex\2026-10-20\at\outputs\Contract_Lens_Demo_Guide_With_Architecture.docx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20 seconds. The original target was 25 documents. The current verified namespace contains 30 PDFs, 90 pages and 90 chunks. For the demo I use a car financing agreement and a motorcycle financing agreement. The project runs on Windows inside a Python 3.12.10 virtual environment. Credentials remain in the server-side .env file.</a:t>
            </a:r>
          </a:p>
          <a:p xmlns:a="http://schemas.openxmlformats.org/drawingml/2006/main">
            <a:r>
              <a:t/>
            </a:r>
          </a:p>
          <a:p xmlns:a="http://schemas.openxmlformats.org/drawingml/2006/main">
            <a:r>
              <a:t>Sources</a:t>
            </a:r>
          </a:p>
          <a:p xmlns:a="http://schemas.openxmlformats.org/drawingml/2006/main">
            <a:r>
              <a:t>C:/Users/Administrator/Documents/fintech-contract-rag/reports/upload_manifest.json</a:t>
            </a:r>
          </a:p>
          <a:p xmlns:a="http://schemas.openxmlformats.org/drawingml/2006/main">
            <a:r>
              <a:t>C:/Users/Administrator/Documents/fintech-contract-rag/data/contracts/Contract_1.pdf, physical PDF page 1</a:t>
            </a:r>
          </a:p>
          <a:p xmlns:a="http://schemas.openxmlformats.org/drawingml/2006/main">
            <a:r>
              <a:t>C:/Users/Administrator/Documents/fintech-contract-rag/data/contracts/Contract_2.pdf, physical PDF page 1</a:t>
            </a:r>
          </a:p>
          <a:p xmlns:a="http://schemas.openxmlformats.org/drawingml/2006/main">
            <a:r>
              <a:t>C:\Users\Administrator\Documents\Codex\2026-10-20\at\outputs\Contract_Lens_Demo_Guide_With_Architecture.docx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I extracted and checked PDF text, then applied recursive token-aware splitting. The maximum is 600 tokens with a target overlap of 100. Each contract and physical page is processed separately. In these short documents each page fits within the limit, so overlap is configured but not needed. OpenAI text-embedding-3-small produces 1,536-dimensional vectors. Pinecone stores the vectors with source metadata. Local records preserve the original text and hashes for later verification.</a:t>
            </a:r>
          </a:p>
          <a:p xmlns:a="http://schemas.openxmlformats.org/drawingml/2006/main">
            <a:r>
              <a:t/>
            </a:r>
          </a:p>
          <a:p xmlns:a="http://schemas.openxmlformats.org/drawingml/2006/main">
            <a:r>
              <a:t>Sources</a:t>
            </a:r>
          </a:p>
          <a:p xmlns:a="http://schemas.openxmlformats.org/drawingml/2006/main">
            <a:r>
              <a:t>C:/Users/Administrator/Documents/fintech-contract-rag/reports/chunking_manifest.json</a:t>
            </a:r>
          </a:p>
          <a:p xmlns:a="http://schemas.openxmlformats.org/drawingml/2006/main">
            <a:r>
              <a:t>C:/Users/Administrator/Documents/fintech-contract-rag/reports/upload_manifest.json</a:t>
            </a:r>
          </a:p>
          <a:p xmlns:a="http://schemas.openxmlformats.org/drawingml/2006/main">
            <a:r>
              <a:t>C:/Users/Administrator/Documents/fintech-contract-rag/chunk_contracts.py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A question enters through Streamlit. The system resolves selected or named contracts, embeds the question with the same model and searches Pinecone. For named contracts, k applies to each contract, preventing another contract from consuming the entire global result budget. The workflow verifies returned text and metadata against local records. Routing then chooses clarification, insufficient evidence or readiness for generation. Document content remains untrusted evidence.</a:t>
            </a:r>
          </a:p>
          <a:p xmlns:a="http://schemas.openxmlformats.org/drawingml/2006/main">
            <a:r>
              <a:t/>
            </a:r>
          </a:p>
          <a:p xmlns:a="http://schemas.openxmlformats.org/drawingml/2006/main">
            <a:r>
              <a:t>Sources</a:t>
            </a:r>
          </a:p>
          <a:p xmlns:a="http://schemas.openxmlformats.org/drawingml/2006/main">
            <a:r>
              <a:t>C:/Users/Administrator/Documents/fintech-contract-rag/answer_contracts.py</a:t>
            </a:r>
          </a:p>
          <a:p xmlns:a="http://schemas.openxmlformats.org/drawingml/2006/main">
            <a:r>
              <a:t>C:/Users/Administrator/Documents/fintech-contract-rag/test_retrieval.py</a:t>
            </a:r>
          </a:p>
          <a:p xmlns:a="http://schemas.openxmlformats.org/drawingml/2006/main">
            <a:r>
              <a:t>C:/Users/Administrator/Documents/fintech-contract-rag/contract_app_backend.py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The generator returns claims with application-controlled evidence-span IDs. It does not rewrite quotation text. Strict checks verify IDs and exact original source slices. A separate automated review assesses whether the cited spans support each claim. Citation failures or unsupported, uncertain or invalid review outcomes withhold the draft. Human review remains necessary. Runs save local JSON/text reports and append to the build log.</a:t>
            </a:r>
          </a:p>
          <a:p xmlns:a="http://schemas.openxmlformats.org/drawingml/2006/main">
            <a:r>
              <a:t/>
            </a:r>
          </a:p>
          <a:p xmlns:a="http://schemas.openxmlformats.org/drawingml/2006/main">
            <a:r>
              <a:t>Sources</a:t>
            </a:r>
          </a:p>
          <a:p xmlns:a="http://schemas.openxmlformats.org/drawingml/2006/main">
            <a:r>
              <a:t>C:/Users/Administrator/Documents/fintech-contract-rag/answer_contracts.py</a:t>
            </a:r>
          </a:p>
          <a:p xmlns:a="http://schemas.openxmlformats.org/drawingml/2006/main">
            <a:r>
              <a:t>C:/Users/Administrator/Documents/fintech-contract-rag/contract_app_backend.py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Pinecone uses cosine similarity. A closer embedding-space match is a retrieval signal, not a factual confidence score. This is the recorded v4 comparison run, not a new v5 result. Six chunks returned: three per contract. The required amount for Contract_2 appears at source rank three and combined context position six. The app retains that evidence because each named contract receives its own query. Derived shares normalize positive scores for display and do not represent model attention. Combined context order is not a global score ranking.</a:t>
            </a:r>
          </a:p>
          <a:p xmlns:a="http://schemas.openxmlformats.org/drawingml/2006/main">
            <a:r>
              <a:t/>
            </a:r>
          </a:p>
          <a:p xmlns:a="http://schemas.openxmlformats.org/drawingml/2006/main">
            <a:r>
              <a:t>Sources</a:t>
            </a:r>
          </a:p>
          <a:p xmlns:a="http://schemas.openxmlformats.org/drawingml/2006/main">
            <a:r>
              <a:t>C:\Users\Administrator\Documents\fintech-contract-rag\data\processed\answer_runs\20261024T054315735797Z-827735a5.json</a:t>
            </a:r>
          </a:p>
          <a:p xmlns:a="http://schemas.openxmlformats.org/drawingml/2006/main">
            <a:r>
              <a:t>C:/Users/Administrator/Documents/fintech-contract-rag/reports/upload_manifest.json</a:t>
            </a:r>
          </a:p>
          <a:p xmlns:a="http://schemas.openxmlformats.org/drawingml/2006/main">
            <a:r>
              <a:t>C:/Users/Administrator/Documents/fintech-contract-rag/contract_app_backend.py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20 seconds. This is a verified reference example. Ask what financing period Contract_1 states. A correct answer preserves both up to and unless otherwise agreed. The clause does not establish a specific final repayment date. R1 identifies reference evidence. A live app answer creates its own S labels. The excerpt uses the original wording with line breaks normalized for the slide.</a:t>
            </a:r>
          </a:p>
          <a:p xmlns:a="http://schemas.openxmlformats.org/drawingml/2006/main">
            <a:r>
              <a:t/>
            </a:r>
          </a:p>
          <a:p xmlns:a="http://schemas.openxmlformats.org/drawingml/2006/main">
            <a:r>
              <a:t>Sources</a:t>
            </a:r>
          </a:p>
          <a:p xmlns:a="http://schemas.openxmlformats.org/drawingml/2006/main">
            <a:r>
              <a:t>C:/Users/Administrator/Documents/fintech-contract-rag/data/contracts/Contract_1.pdf, physical PDF page 2, Clause Two</a:t>
            </a:r>
          </a:p>
          <a:p xmlns:a="http://schemas.openxmlformats.org/drawingml/2006/main">
            <a:r>
              <a:t>C:\Users\Administrator\Documents\Codex\2026-10-20\at\outputs\question_bank.json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The full question requests both financed amounts and the higher contract. This slide shows the recorded v4 result: 82,437 dollars for Contract_1 and 38,384 dollars for Contract_2. Both values come from page one of their own documents, and both support the comparison. The labels S1 and S6 belong to that recorded run. This is historical evidence, not a newly generated v5 answer. The source quotations here include only the relevant amount lines, excluding unrelated identifiers.</a:t>
            </a:r>
          </a:p>
          <a:p xmlns:a="http://schemas.openxmlformats.org/drawingml/2006/main">
            <a:r>
              <a:t/>
            </a:r>
          </a:p>
          <a:p xmlns:a="http://schemas.openxmlformats.org/drawingml/2006/main">
            <a:r>
              <a:t>Sources</a:t>
            </a:r>
          </a:p>
          <a:p xmlns:a="http://schemas.openxmlformats.org/drawingml/2006/main">
            <a:r>
              <a:t>C:\Users\Administrator\Documents\fintech-contract-rag\data\processed\answer_runs\20261024T054315735797Z-827735a5.json</a:t>
            </a:r>
          </a:p>
          <a:p xmlns:a="http://schemas.openxmlformats.org/drawingml/2006/main">
            <a:r>
              <a:t>C:/Users/Administrator/Documents/fintech-contract-rag/data/contracts/Contract_1.pdf, physical PDF page 1, financed amount</a:t>
            </a:r>
          </a:p>
          <a:p xmlns:a="http://schemas.openxmlformats.org/drawingml/2006/main">
            <a:r>
              <a:t>C:/Users/Administrator/Documents/fintech-contract-rag/data/contracts/Contract_2.pdf, physical PDF page 1, financed amount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An early answer incorrectly added only to a breach-related termination claim. Authentic quotation alone did not establish the stronger claim. The bounded interpretation is that breach results in termination and enforcement regardless of notification. The cited clause does not establish exclusivity. This is not a finding about every possible legal ground. The recorded v3 answer to this question passed exact citation checks and automated support review. The separate controlled support test rejected an unsupported only claim. Human claim-support review remains necessary.</a:t>
            </a:r>
          </a:p>
          <a:p xmlns:a="http://schemas.openxmlformats.org/drawingml/2006/main">
            <a:r>
              <a:t/>
            </a:r>
          </a:p>
          <a:p xmlns:a="http://schemas.openxmlformats.org/drawingml/2006/main">
            <a:r>
              <a:t>Sources</a:t>
            </a:r>
          </a:p>
          <a:p xmlns:a="http://schemas.openxmlformats.org/drawingml/2006/main">
            <a:r>
              <a:t>C:\Users\Administrator\Documents\fintech-contract-rag\data\processed\answer_runs\20261024T050410627554Z-57be041a.json</a:t>
            </a:r>
          </a:p>
          <a:p xmlns:a="http://schemas.openxmlformats.org/drawingml/2006/main">
            <a:r>
              <a:t>C:/Users/Administrator/Documents/fintech-contract-rag/data/contracts/Contract_1.pdf, physical PDF page 2, Clause Seven</a:t>
            </a:r>
          </a:p>
          <a:p xmlns:a="http://schemas.openxmlformats.org/drawingml/2006/main">
            <a:r>
              <a:t>C:\Users\Administrator\Documents\Codex\2026-10-20\at\outputs\question_bank.json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This slide uses two recorded cases. V5 asked for clarification on repayment deadline rather than choosing an agreement or turning a maximum duration into a date. V4 returned insufficient evidence for a current bank-account balance and did not invent a value. Neither non-answer needs factual answer citations. Missing retrieval evidence does not prove that a provision is absent from the full contract or corpus.</a:t>
            </a:r>
          </a:p>
          <a:p xmlns:a="http://schemas.openxmlformats.org/drawingml/2006/main">
            <a:r>
              <a:t/>
            </a:r>
          </a:p>
          <a:p xmlns:a="http://schemas.openxmlformats.org/drawingml/2006/main">
            <a:r>
              <a:t>Sources</a:t>
            </a:r>
          </a:p>
          <a:p xmlns:a="http://schemas.openxmlformats.org/drawingml/2006/main">
            <a:r>
              <a:t>C:\Users\Administrator\Documents\fintech-contract-rag\data\processed\answer_runs\20261024T060322818410Z-1601ab64.json</a:t>
            </a:r>
          </a:p>
          <a:p xmlns:a="http://schemas.openxmlformats.org/drawingml/2006/main">
            <a:r>
              <a:t>C:\Users\Administrator\Documents\fintech-contract-rag\data\processed\answer_runs\20261024T055107062087Z-88ba3b0b.json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The guide contains 20 development cases: 16 answerable, two ambiguous and two unanswerable. Five cross-contract comparisons are a subset of the answerable cases. Expected answers never enter the model prompt. The app can score retrieval against gold evidence groups. Recall measures required fact groups covered and precision measures retrieved gold chunks among retrieved chunks. Repeated clause pages are alternative evidence for a fact, not independent confirmation. Ambiguous and unanswerable cases have no numerical retrieval recall or precision score. A final result still needs live execution and human review.</a:t>
            </a:r>
          </a:p>
          <a:p xmlns:a="http://schemas.openxmlformats.org/drawingml/2006/main">
            <a:r>
              <a:t/>
            </a:r>
          </a:p>
          <a:p xmlns:a="http://schemas.openxmlformats.org/drawingml/2006/main">
            <a:r>
              <a:t>Sources</a:t>
            </a:r>
          </a:p>
          <a:p xmlns:a="http://schemas.openxmlformats.org/drawingml/2006/main">
            <a:r>
              <a:t>C:\Users\Administrator\Documents\Codex\2026-10-20\at\outputs\question_bank.json</a:t>
            </a:r>
          </a:p>
          <a:p xmlns:a="http://schemas.openxmlformats.org/drawingml/2006/main">
            <a:r>
              <a:t>C:/Users/Administrator/Documents/fintech-contract-rag/contract_app_backend.py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Open the local app. Start in Architecture, choose the larger view and demonstrate zoom and pan. Then run Q11 and inspect the evidence for both contracts. Test Q17 for clarification. Use the saved run inspector if API latency would interrupt the demo, and label recorded results as historical. The app and its reference guide are working. The next project step is to run the final selected evaluation set and record manual failure analysis. The original 25-document submission selection remains unresolved because the current namespace holds 30 documents.</a:t>
            </a:r>
          </a:p>
          <a:p xmlns:a="http://schemas.openxmlformats.org/drawingml/2006/main">
            <a:r>
              <a:t/>
            </a:r>
          </a:p>
          <a:p xmlns:a="http://schemas.openxmlformats.org/drawingml/2006/main">
            <a:r>
              <a:t>Sources</a:t>
            </a:r>
          </a:p>
          <a:p xmlns:a="http://schemas.openxmlformats.org/drawingml/2006/main">
            <a:r>
              <a:t>C:\Users\Administrator\Documents\Codex\2026-10-20\at\outputs\Contract_Lens_Demo_Guide_With_Architecture.docx</a:t>
            </a:r>
          </a:p>
          <a:p xmlns:a="http://schemas.openxmlformats.org/drawingml/2006/main">
            <a:r>
              <a:t>C:/Users/Administrator/Documents/fintech-contract-rag/STREAMLIT_APP.md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The project separates original PDFs, processed source text and chunks, and validation reports. answer_contracts.py holds the guarded workflow, app.py provides Streamlit, and architecture_viewer.py provides diagram controls. The question bank contains verified references. New answers save reports and append the build log. LangSmith is installed but not enabled in the app. A separate knowledge graph has not been implemented.</a:t>
            </a:r>
          </a:p>
          <a:p xmlns:a="http://schemas.openxmlformats.org/drawingml/2006/main">
            <a:r>
              <a:t/>
            </a:r>
          </a:p>
          <a:p xmlns:a="http://schemas.openxmlformats.org/drawingml/2006/main">
            <a:r>
              <a:t>Sources</a:t>
            </a:r>
          </a:p>
          <a:p xmlns:a="http://schemas.openxmlformats.org/drawingml/2006/main">
            <a:r>
              <a:t>C:\Users\Administrator\Documents\Codex\2026-10-20\at\outputs\Contract_Lens_Demo_Guide_With_Architecture.docx</a:t>
            </a:r>
          </a:p>
          <a:p xmlns:a="http://schemas.openxmlformats.org/drawingml/2006/main">
            <a:r>
              <a:t>C:/Users/Administrator/Documents/fintech-contract-rag/STREAMLIT_APP.md</a:t>
            </a:r>
          </a:p>
          <a:p xmlns:a="http://schemas.openxmlformats.org/drawingml/2006/main">
            <a:r>
              <a:t>C:/Users/Administrator/Documents/fintech-contract-rag/BUILD_LOG.md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This is the complete supplied architecture without cropping or distortion. Main-deck diagrams use editable slide objects to explain individual flows at presentation scale. The app provides a larger view, actual size, Fit, zoom, pan, full screen and SVG download. Green identifies storage and user-facing results, blue identifies OpenAI stages, amber identifies routing and clarification, and red identifies withheld answers. Dashed arrows represent local verification and evaluation references. The reference bank stays outside model input.</a:t>
            </a:r>
          </a:p>
          <a:p xmlns:a="http://schemas.openxmlformats.org/drawingml/2006/main">
            <a:r>
              <a:t/>
            </a:r>
          </a:p>
          <a:p xmlns:a="http://schemas.openxmlformats.org/drawingml/2006/main">
            <a:r>
              <a:t>Sources</a:t>
            </a:r>
          </a:p>
          <a:p xmlns:a="http://schemas.openxmlformats.org/drawingml/2006/main">
            <a:r>
              <a:t>C:\Users\Administrator\Documents\Codex\2026-10-20\at\outputs\architecture.svg</a:t>
            </a:r>
          </a:p>
          <a:p xmlns:a="http://schemas.openxmlformats.org/drawingml/2006/main">
            <a:r>
              <a:t>C:\Users\Administrator\Documents\Codex\2026-10-20\at\outputs\Contract_Lens_Demo_Guide_With_Architecture.docx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d569a361364e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0188bb93234d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8f475a6aa84f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0061e8b7dd44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ce10e7084c4f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c616578518a46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B36B0D-F13D-4BF4-9825-C108359645D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F0617EA-18C3-47EC-994E-673A9257C1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32AB33A-4FAC-4E84-9CAE-8D2128D3BB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30349E-C90A-4773-8DF1-6024011519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93175C-6EED-4CA8-894F-417722B81E5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B27D16-ABFA-4E75-8320-68FAB444B2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B7C5A8-285D-40EA-80E0-BAC98342A4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E9D6B3-16D4-44E9-8C9A-6CD44DF53B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35F8D6-22EF-457A-AE9A-2FCCFC356C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EE4249-5071-4659-BD4F-958FFE1DED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2313f8f8844dd7" /><Relationship Type="http://schemas.openxmlformats.org/officeDocument/2006/relationships/slideLayout" Target="/ppt/slideLayouts/slideLayout1.xml" Id="R7a5be372f9d04b7f" /><Relationship Type="http://schemas.openxmlformats.org/officeDocument/2006/relationships/slideLayout" Target="/ppt/slideLayouts/slideLayout2.xml" Id="Raf4e68b1d4374713" /><Relationship Type="http://schemas.openxmlformats.org/officeDocument/2006/relationships/slideLayout" Target="/ppt/slideLayouts/slideLayout3.xml" Id="R6262baec37314342" /><Relationship Type="http://schemas.openxmlformats.org/officeDocument/2006/relationships/slideLayout" Target="/ppt/slideLayouts/slideLayout4.xml" Id="Rf43073daf49f4de0" /><Relationship Type="http://schemas.openxmlformats.org/officeDocument/2006/relationships/slideLayout" Target="/ppt/slideLayouts/slideLayout5.xml" Id="R069846d2c6d14ec5" /><Relationship Type="http://schemas.openxmlformats.org/officeDocument/2006/relationships/slideLayout" Target="/ppt/slideLayouts/slideLayout6.xml" Id="R15f5120d7dce47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5be372f9d04b7f"/>
    <p:sldLayoutId xmlns:r="http://schemas.openxmlformats.org/officeDocument/2006/relationships" id="2147483650" r:id="Raf4e68b1d4374713"/>
    <p:sldLayoutId xmlns:r="http://schemas.openxmlformats.org/officeDocument/2006/relationships" id="2147483651" r:id="R6262baec37314342"/>
    <p:sldLayoutId xmlns:r="http://schemas.openxmlformats.org/officeDocument/2006/relationships" id="2147483652" r:id="Rf43073daf49f4de0"/>
    <p:sldLayoutId xmlns:r="http://schemas.openxmlformats.org/officeDocument/2006/relationships" id="2147483653" r:id="R069846d2c6d14ec5"/>
    <p:sldLayoutId xmlns:r="http://schemas.openxmlformats.org/officeDocument/2006/relationships" id="2147483654" r:id="R15f5120d7dce47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120ba884dd47fa" /><Relationship Type="http://schemas.openxmlformats.org/officeDocument/2006/relationships/notesSlide" Target="/ppt/notesSlides/notesSlide1.xml" Id="R2558d729cb984f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ff5c934ae8458a" /><Relationship Type="http://schemas.openxmlformats.org/officeDocument/2006/relationships/notesSlide" Target="/ppt/notesSlides/notesSlide2.xml" Id="R3594b7d0795841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061b0025cbb4983" /><Relationship Type="http://schemas.openxmlformats.org/officeDocument/2006/relationships/notesSlide" Target="/ppt/notesSlides/notesSlide3.xml" Id="R4d6bb8fd3a1343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cb4f5313d14637" /><Relationship Type="http://schemas.openxmlformats.org/officeDocument/2006/relationships/notesSlide" Target="/ppt/notesSlides/notesSlide4.xml" Id="R623f3f79e09746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ded28b81913438a" /><Relationship Type="http://schemas.openxmlformats.org/officeDocument/2006/relationships/notesSlide" Target="/ppt/notesSlides/notesSlide5.xml" Id="R23e4f64a73ce4a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fd4be5b2954fa1" /><Relationship Type="http://schemas.openxmlformats.org/officeDocument/2006/relationships/notesSlide" Target="/ppt/notesSlides/notesSlide6.xml" Id="R35240f9359ad45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b8c8d35e0946ce" /><Relationship Type="http://schemas.openxmlformats.org/officeDocument/2006/relationships/notesSlide" Target="/ppt/notesSlides/notesSlide7.xml" Id="Rac0fffa9025c4f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51df4a07de47d1" /><Relationship Type="http://schemas.openxmlformats.org/officeDocument/2006/relationships/notesSlide" Target="/ppt/notesSlides/notesSlide8.xml" Id="R0ed59837889545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95ace0affc4be3" /><Relationship Type="http://schemas.openxmlformats.org/officeDocument/2006/relationships/notesSlide" Target="/ppt/notesSlides/notesSlide9.xml" Id="R24397d7bcb7848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81737c6b134838" /><Relationship Type="http://schemas.openxmlformats.org/officeDocument/2006/relationships/notesSlide" Target="/ppt/notesSlides/notesSlide10.xml" Id="R7f0fd8cb32e04e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2cc377ef504440d" /><Relationship Type="http://schemas.openxmlformats.org/officeDocument/2006/relationships/notesSlide" Target="/ppt/notesSlides/notesSlide11.xml" Id="Re894e52f33674d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f2d8c0a65ab4746" /><Relationship Type="http://schemas.openxmlformats.org/officeDocument/2006/relationships/hyperlink" Target="http://127.0.0.1:8501/" TargetMode="External" Id="Rff00c8c918d54732" /><Relationship Type="http://schemas.openxmlformats.org/officeDocument/2006/relationships/notesSlide" Target="/ppt/notesSlides/notesSlide12.xml" Id="R9d01d52222164a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ba6f6e6a52f4199" /><Relationship Type="http://schemas.openxmlformats.org/officeDocument/2006/relationships/notesSlide" Target="/ppt/notesSlides/notesSlide13.xml" Id="R342ecdf87ed14f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1268eb8fc5b428c" /><Relationship Type="http://schemas.openxmlformats.org/officeDocument/2006/relationships/image" Target="/ppt/media/image.png" Id="R3410856499354ceb" /><Relationship Type="http://schemas.openxmlformats.org/officeDocument/2006/relationships/notesSlide" Target="/ppt/notesSlides/notesSlide14.xml" Id="Rd5b31c6d744a4532" /></Relationships>
</file>

<file path=ppt/slides/slide1.xml><?xml version="1.0" encoding="utf-8"?>
<p:sld xmlns:p="http://schemas.openxmlformats.org/presentationml/2006/main">
  <p:cSld>
    <p:bg>
      <p:bgPr>
        <a:solidFill xmlns:a="http://schemas.openxmlformats.org/drawingml/2006/main">
          <a:srgbClr val="163B36"/>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42229CE4-7D20-4947-8842-DC5099EBB44F}"/>
              </a:ext>
            </a:extLst>
          </p:cNvPr>
          <p:cNvSpPr>
            <a:spLocks xmlns:a="http://schemas.openxmlformats.org/drawingml/2006/main" noGrp="1"/>
          </p:cNvSpPr>
          <p:nvPr/>
        </p:nvSpPr>
        <p:spPr>
          <a:xfrm xmlns:a="http://schemas.openxmlformats.org/drawingml/2006/main">
            <a:off x="609600" y="15716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FFFFFF"/>
                </a:solidFill>
                <a:latin typeface="Arial"/>
                <a:ea typeface="Arial"/>
                <a:cs typeface="Arial"/>
              </a:defRPr>
            </a:defPPr>
            <a:lvl1pPr algn="l">
              <a:defRPr sz="5850" b="1">
                <a:solidFill>
                  <a:srgbClr val="FFFFFF"/>
                </a:solidFill>
                <a:latin typeface="Arial"/>
                <a:ea typeface="Arial"/>
                <a:cs typeface="Arial"/>
              </a:defRPr>
            </a:lvl1pPr>
            <a:lvl2pPr algn="l">
              <a:defRPr sz="5850" b="1">
                <a:solidFill>
                  <a:srgbClr val="FFFFFF"/>
                </a:solidFill>
                <a:latin typeface="Arial"/>
                <a:ea typeface="Arial"/>
                <a:cs typeface="Arial"/>
              </a:defRPr>
            </a:lvl2pPr>
            <a:lvl3pPr algn="l">
              <a:defRPr sz="5850" b="1">
                <a:solidFill>
                  <a:srgbClr val="FFFFFF"/>
                </a:solidFill>
                <a:latin typeface="Arial"/>
                <a:ea typeface="Arial"/>
                <a:cs typeface="Arial"/>
              </a:defRPr>
            </a:lvl3pPr>
            <a:lvl4pPr algn="l">
              <a:defRPr sz="5850" b="1">
                <a:solidFill>
                  <a:srgbClr val="FFFFFF"/>
                </a:solidFill>
                <a:latin typeface="Arial"/>
                <a:ea typeface="Arial"/>
                <a:cs typeface="Arial"/>
              </a:defRPr>
            </a:lvl4pPr>
            <a:lvl5pPr algn="l">
              <a:defRPr sz="5850" b="1">
                <a:solidFill>
                  <a:srgbClr val="FFFFFF"/>
                </a:solidFill>
                <a:latin typeface="Arial"/>
                <a:ea typeface="Arial"/>
                <a:cs typeface="Arial"/>
              </a:defRPr>
            </a:lvl5pPr>
            <a:lvl6pPr algn="l">
              <a:defRPr sz="5850" b="1">
                <a:solidFill>
                  <a:srgbClr val="FFFFFF"/>
                </a:solidFill>
                <a:latin typeface="Arial"/>
                <a:ea typeface="Arial"/>
                <a:cs typeface="Arial"/>
              </a:defRPr>
            </a:lvl6pPr>
            <a:lvl7pPr algn="l">
              <a:defRPr sz="5850" b="1">
                <a:solidFill>
                  <a:srgbClr val="FFFFFF"/>
                </a:solidFill>
                <a:latin typeface="Arial"/>
                <a:ea typeface="Arial"/>
                <a:cs typeface="Arial"/>
              </a:defRPr>
            </a:lvl7pPr>
            <a:lvl8pPr algn="l">
              <a:defRPr sz="5850" b="1">
                <a:solidFill>
                  <a:srgbClr val="FFFFFF"/>
                </a:solidFill>
                <a:latin typeface="Arial"/>
                <a:ea typeface="Arial"/>
                <a:cs typeface="Arial"/>
              </a:defRPr>
            </a:lvl8pPr>
            <a:lvl9pPr algn="l">
              <a:defRPr sz="5850" b="1">
                <a:solidFill>
                  <a:srgbClr val="FFFFFF"/>
                </a:solidFill>
                <a:latin typeface="Arial"/>
                <a:ea typeface="Arial"/>
                <a:cs typeface="Arial"/>
              </a:defRPr>
            </a:lvl9pPr>
          </a:lstStyle>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Contract Lens</a:t>
            </a:r>
          </a:p>
        </p:txBody>
      </p:sp>
      <p:sp>
        <p:nvSpPr>
          <p:cNvPr id="2" name="text-2">
            <a:extLst xmlns:a="http://schemas.openxmlformats.org/drawingml/2006/main">
              <a:ext uri="{FF2B5EF4-FFF2-40B4-BE49-F238E27FC236}">
                <a16:creationId xmlns:a16="http://schemas.microsoft.com/office/drawing/2014/main" id="{DB307DC7-3C89-41CC-AD0B-C0AB94497640}"/>
              </a:ext>
            </a:extLst>
          </p:cNvPr>
          <p:cNvSpPr>
            <a:spLocks xmlns:a="http://schemas.openxmlformats.org/drawingml/2006/main" noGrp="1"/>
          </p:cNvSpPr>
          <p:nvPr/>
        </p:nvSpPr>
        <p:spPr>
          <a:xfrm xmlns:a="http://schemas.openxmlformats.org/drawingml/2006/main">
            <a:off x="647700" y="276225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E7F3ED"/>
                </a:solidFill>
                <a:latin typeface="Arial"/>
                <a:ea typeface="Arial"/>
                <a:cs typeface="Arial"/>
              </a:defRPr>
            </a:defPPr>
            <a:lvl1pPr algn="l">
              <a:defRPr sz="2700" b="0">
                <a:solidFill>
                  <a:srgbClr val="E7F3ED"/>
                </a:solidFill>
                <a:latin typeface="Arial"/>
                <a:ea typeface="Arial"/>
                <a:cs typeface="Arial"/>
              </a:defRPr>
            </a:lvl1pPr>
            <a:lvl2pPr algn="l">
              <a:defRPr sz="2700" b="0">
                <a:solidFill>
                  <a:srgbClr val="E7F3ED"/>
                </a:solidFill>
                <a:latin typeface="Arial"/>
                <a:ea typeface="Arial"/>
                <a:cs typeface="Arial"/>
              </a:defRPr>
            </a:lvl2pPr>
            <a:lvl3pPr algn="l">
              <a:defRPr sz="2700" b="0">
                <a:solidFill>
                  <a:srgbClr val="E7F3ED"/>
                </a:solidFill>
                <a:latin typeface="Arial"/>
                <a:ea typeface="Arial"/>
                <a:cs typeface="Arial"/>
              </a:defRPr>
            </a:lvl3pPr>
            <a:lvl4pPr algn="l">
              <a:defRPr sz="2700" b="0">
                <a:solidFill>
                  <a:srgbClr val="E7F3ED"/>
                </a:solidFill>
                <a:latin typeface="Arial"/>
                <a:ea typeface="Arial"/>
                <a:cs typeface="Arial"/>
              </a:defRPr>
            </a:lvl4pPr>
            <a:lvl5pPr algn="l">
              <a:defRPr sz="2700" b="0">
                <a:solidFill>
                  <a:srgbClr val="E7F3ED"/>
                </a:solidFill>
                <a:latin typeface="Arial"/>
                <a:ea typeface="Arial"/>
                <a:cs typeface="Arial"/>
              </a:defRPr>
            </a:lvl5pPr>
            <a:lvl6pPr algn="l">
              <a:defRPr sz="2700" b="0">
                <a:solidFill>
                  <a:srgbClr val="E7F3ED"/>
                </a:solidFill>
                <a:latin typeface="Arial"/>
                <a:ea typeface="Arial"/>
                <a:cs typeface="Arial"/>
              </a:defRPr>
            </a:lvl6pPr>
            <a:lvl7pPr algn="l">
              <a:defRPr sz="2700" b="0">
                <a:solidFill>
                  <a:srgbClr val="E7F3ED"/>
                </a:solidFill>
                <a:latin typeface="Arial"/>
                <a:ea typeface="Arial"/>
                <a:cs typeface="Arial"/>
              </a:defRPr>
            </a:lvl7pPr>
            <a:lvl8pPr algn="l">
              <a:defRPr sz="2700" b="0">
                <a:solidFill>
                  <a:srgbClr val="E7F3ED"/>
                </a:solidFill>
                <a:latin typeface="Arial"/>
                <a:ea typeface="Arial"/>
                <a:cs typeface="Arial"/>
              </a:defRPr>
            </a:lvl8pPr>
            <a:lvl9pPr algn="l">
              <a:defRPr sz="2700" b="0">
                <a:solidFill>
                  <a:srgbClr val="E7F3ED"/>
                </a:solidFill>
                <a:latin typeface="Arial"/>
                <a:ea typeface="Arial"/>
                <a:cs typeface="Arial"/>
              </a:defRPr>
            </a:lvl9pPr>
          </a:lstStyle>
          <a:p xmlns:a="http://schemas.openxmlformats.org/drawingml/2006/main">
            <a:pPr algn="l">
              <a:defRPr sz="2700" b="0">
                <a:solidFill>
                  <a:srgbClr val="E7F3ED"/>
                </a:solidFill>
                <a:latin typeface="Arial"/>
                <a:ea typeface="Arial"/>
                <a:cs typeface="Arial"/>
              </a:defRPr>
            </a:pPr>
            <a:r>
              <a:rPr sz="2700" b="0">
                <a:solidFill>
                  <a:srgbClr val="E7F3ED"/>
                </a:solidFill>
                <a:latin typeface="Arial"/>
                <a:ea typeface="Arial"/>
                <a:cs typeface="Arial"/>
              </a:rPr>
              <a:t>A cited question answering assistant</a:t>
            </a:r>
          </a:p>
          <a:p xmlns:a="http://schemas.openxmlformats.org/drawingml/2006/main">
            <a:pPr algn="l">
              <a:defRPr sz="2700" b="0">
                <a:solidFill>
                  <a:srgbClr val="E7F3ED"/>
                </a:solidFill>
                <a:latin typeface="Arial"/>
                <a:ea typeface="Arial"/>
                <a:cs typeface="Arial"/>
              </a:defRPr>
            </a:pPr>
            <a:r>
              <a:rPr sz="2700" b="0">
                <a:solidFill>
                  <a:srgbClr val="E7F3ED"/>
                </a:solidFill>
                <a:latin typeface="Arial"/>
                <a:ea typeface="Arial"/>
                <a:cs typeface="Arial"/>
              </a:rPr>
              <a:t>for fintech contracts</a:t>
            </a:r>
          </a:p>
        </p:txBody>
      </p:sp>
      <p:sp>
        <p:nvSpPr>
          <p:cNvPr id="3" name="text-3">
            <a:extLst xmlns:a="http://schemas.openxmlformats.org/drawingml/2006/main">
              <a:ext uri="{FF2B5EF4-FFF2-40B4-BE49-F238E27FC236}">
                <a16:creationId xmlns:a16="http://schemas.microsoft.com/office/drawing/2014/main" id="{7F7CE696-DF4B-4D83-9722-2737B7D47DB8}"/>
              </a:ext>
            </a:extLst>
          </p:cNvPr>
          <p:cNvSpPr>
            <a:spLocks xmlns:a="http://schemas.openxmlformats.org/drawingml/2006/main" noGrp="1"/>
          </p:cNvSpPr>
          <p:nvPr/>
        </p:nvSpPr>
        <p:spPr>
          <a:xfrm xmlns:a="http://schemas.openxmlformats.org/drawingml/2006/main">
            <a:off x="647700" y="49530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2DAD0"/>
                </a:solidFill>
                <a:latin typeface="Arial"/>
                <a:ea typeface="Arial"/>
                <a:cs typeface="Arial"/>
              </a:defRPr>
            </a:defPPr>
            <a:lvl1pPr algn="l">
              <a:defRPr sz="1800" b="0">
                <a:solidFill>
                  <a:srgbClr val="C2DAD0"/>
                </a:solidFill>
                <a:latin typeface="Arial"/>
                <a:ea typeface="Arial"/>
                <a:cs typeface="Arial"/>
              </a:defRPr>
            </a:lvl1pPr>
            <a:lvl2pPr algn="l">
              <a:defRPr sz="1800" b="0">
                <a:solidFill>
                  <a:srgbClr val="C2DAD0"/>
                </a:solidFill>
                <a:latin typeface="Arial"/>
                <a:ea typeface="Arial"/>
                <a:cs typeface="Arial"/>
              </a:defRPr>
            </a:lvl2pPr>
            <a:lvl3pPr algn="l">
              <a:defRPr sz="1800" b="0">
                <a:solidFill>
                  <a:srgbClr val="C2DAD0"/>
                </a:solidFill>
                <a:latin typeface="Arial"/>
                <a:ea typeface="Arial"/>
                <a:cs typeface="Arial"/>
              </a:defRPr>
            </a:lvl3pPr>
            <a:lvl4pPr algn="l">
              <a:defRPr sz="1800" b="0">
                <a:solidFill>
                  <a:srgbClr val="C2DAD0"/>
                </a:solidFill>
                <a:latin typeface="Arial"/>
                <a:ea typeface="Arial"/>
                <a:cs typeface="Arial"/>
              </a:defRPr>
            </a:lvl4pPr>
            <a:lvl5pPr algn="l">
              <a:defRPr sz="1800" b="0">
                <a:solidFill>
                  <a:srgbClr val="C2DAD0"/>
                </a:solidFill>
                <a:latin typeface="Arial"/>
                <a:ea typeface="Arial"/>
                <a:cs typeface="Arial"/>
              </a:defRPr>
            </a:lvl5pPr>
            <a:lvl6pPr algn="l">
              <a:defRPr sz="1800" b="0">
                <a:solidFill>
                  <a:srgbClr val="C2DAD0"/>
                </a:solidFill>
                <a:latin typeface="Arial"/>
                <a:ea typeface="Arial"/>
                <a:cs typeface="Arial"/>
              </a:defRPr>
            </a:lvl6pPr>
            <a:lvl7pPr algn="l">
              <a:defRPr sz="1800" b="0">
                <a:solidFill>
                  <a:srgbClr val="C2DAD0"/>
                </a:solidFill>
                <a:latin typeface="Arial"/>
                <a:ea typeface="Arial"/>
                <a:cs typeface="Arial"/>
              </a:defRPr>
            </a:lvl7pPr>
            <a:lvl8pPr algn="l">
              <a:defRPr sz="1800" b="0">
                <a:solidFill>
                  <a:srgbClr val="C2DAD0"/>
                </a:solidFill>
                <a:latin typeface="Arial"/>
                <a:ea typeface="Arial"/>
                <a:cs typeface="Arial"/>
              </a:defRPr>
            </a:lvl8pPr>
            <a:lvl9pPr algn="l">
              <a:defRPr sz="1800" b="0">
                <a:solidFill>
                  <a:srgbClr val="C2DAD0"/>
                </a:solidFill>
                <a:latin typeface="Arial"/>
                <a:ea typeface="Arial"/>
                <a:cs typeface="Arial"/>
              </a:defRPr>
            </a:lvl9pPr>
          </a:lstStyle>
          <a:p xmlns:a="http://schemas.openxmlformats.org/drawingml/2006/main">
            <a:pPr algn="l">
              <a:defRPr sz="1800" b="0">
                <a:solidFill>
                  <a:srgbClr val="C2DAD0"/>
                </a:solidFill>
                <a:latin typeface="Arial"/>
                <a:ea typeface="Arial"/>
                <a:cs typeface="Arial"/>
              </a:defRPr>
            </a:pPr>
            <a:r>
              <a:rPr sz="1800" b="0">
                <a:solidFill>
                  <a:srgbClr val="C2DAD0"/>
                </a:solidFill>
                <a:latin typeface="Arial"/>
                <a:ea typeface="Arial"/>
                <a:cs typeface="Arial"/>
              </a:rPr>
              <a:t>LangChain and LangGraph with OpenAI, Pinecone and Streamlit</a:t>
            </a:r>
          </a:p>
        </p:txBody>
      </p:sp>
      <p:sp>
        <p:nvSpPr>
          <p:cNvPr id="4" name="text-4">
            <a:extLst xmlns:a="http://schemas.openxmlformats.org/drawingml/2006/main">
              <a:ext uri="{FF2B5EF4-FFF2-40B4-BE49-F238E27FC236}">
                <a16:creationId xmlns:a16="http://schemas.microsoft.com/office/drawing/2014/main" id="{98342E4A-5BB7-4B96-832F-6AC116F356D8}"/>
              </a:ext>
            </a:extLst>
          </p:cNvPr>
          <p:cNvSpPr>
            <a:spLocks xmlns:a="http://schemas.openxmlformats.org/drawingml/2006/main" noGrp="1"/>
          </p:cNvSpPr>
          <p:nvPr/>
        </p:nvSpPr>
        <p:spPr>
          <a:xfrm xmlns:a="http://schemas.openxmlformats.org/drawingml/2006/main">
            <a:off x="647700" y="59055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C2DAD0"/>
                </a:solidFill>
                <a:latin typeface="Arial"/>
                <a:ea typeface="Arial"/>
                <a:cs typeface="Arial"/>
              </a:defRPr>
            </a:defPPr>
            <a:lvl1pPr algn="l">
              <a:defRPr sz="1350" b="0">
                <a:solidFill>
                  <a:srgbClr val="C2DAD0"/>
                </a:solidFill>
                <a:latin typeface="Arial"/>
                <a:ea typeface="Arial"/>
                <a:cs typeface="Arial"/>
              </a:defRPr>
            </a:lvl1pPr>
            <a:lvl2pPr algn="l">
              <a:defRPr sz="1350" b="0">
                <a:solidFill>
                  <a:srgbClr val="C2DAD0"/>
                </a:solidFill>
                <a:latin typeface="Arial"/>
                <a:ea typeface="Arial"/>
                <a:cs typeface="Arial"/>
              </a:defRPr>
            </a:lvl2pPr>
            <a:lvl3pPr algn="l">
              <a:defRPr sz="1350" b="0">
                <a:solidFill>
                  <a:srgbClr val="C2DAD0"/>
                </a:solidFill>
                <a:latin typeface="Arial"/>
                <a:ea typeface="Arial"/>
                <a:cs typeface="Arial"/>
              </a:defRPr>
            </a:lvl3pPr>
            <a:lvl4pPr algn="l">
              <a:defRPr sz="1350" b="0">
                <a:solidFill>
                  <a:srgbClr val="C2DAD0"/>
                </a:solidFill>
                <a:latin typeface="Arial"/>
                <a:ea typeface="Arial"/>
                <a:cs typeface="Arial"/>
              </a:defRPr>
            </a:lvl4pPr>
            <a:lvl5pPr algn="l">
              <a:defRPr sz="1350" b="0">
                <a:solidFill>
                  <a:srgbClr val="C2DAD0"/>
                </a:solidFill>
                <a:latin typeface="Arial"/>
                <a:ea typeface="Arial"/>
                <a:cs typeface="Arial"/>
              </a:defRPr>
            </a:lvl5pPr>
            <a:lvl6pPr algn="l">
              <a:defRPr sz="1350" b="0">
                <a:solidFill>
                  <a:srgbClr val="C2DAD0"/>
                </a:solidFill>
                <a:latin typeface="Arial"/>
                <a:ea typeface="Arial"/>
                <a:cs typeface="Arial"/>
              </a:defRPr>
            </a:lvl6pPr>
            <a:lvl7pPr algn="l">
              <a:defRPr sz="1350" b="0">
                <a:solidFill>
                  <a:srgbClr val="C2DAD0"/>
                </a:solidFill>
                <a:latin typeface="Arial"/>
                <a:ea typeface="Arial"/>
                <a:cs typeface="Arial"/>
              </a:defRPr>
            </a:lvl7pPr>
            <a:lvl8pPr algn="l">
              <a:defRPr sz="1350" b="0">
                <a:solidFill>
                  <a:srgbClr val="C2DAD0"/>
                </a:solidFill>
                <a:latin typeface="Arial"/>
                <a:ea typeface="Arial"/>
                <a:cs typeface="Arial"/>
              </a:defRPr>
            </a:lvl8pPr>
            <a:lvl9pPr algn="l">
              <a:defRPr sz="1350" b="0">
                <a:solidFill>
                  <a:srgbClr val="C2DAD0"/>
                </a:solidFill>
                <a:latin typeface="Arial"/>
                <a:ea typeface="Arial"/>
                <a:cs typeface="Arial"/>
              </a:defRPr>
            </a:lvl9pPr>
          </a:lstStyle>
          <a:p xmlns:a="http://schemas.openxmlformats.org/drawingml/2006/main">
            <a:pPr algn="l">
              <a:defRPr sz="1350" b="0">
                <a:solidFill>
                  <a:srgbClr val="C2DAD0"/>
                </a:solidFill>
                <a:latin typeface="Arial"/>
                <a:ea typeface="Arial"/>
                <a:cs typeface="Arial"/>
              </a:defRPr>
            </a:pPr>
            <a:r>
              <a:rPr sz="1350" b="0">
                <a:solidFill>
                  <a:srgbClr val="C2DAD0"/>
                </a:solidFill>
                <a:latin typeface="Arial"/>
                <a:ea typeface="Arial"/>
                <a:cs typeface="Arial"/>
              </a:rPr>
              <a:t>Demo presentation</a:t>
            </a:r>
          </a:p>
          <a:p xmlns:a="http://schemas.openxmlformats.org/drawingml/2006/main">
            <a:pPr algn="l">
              <a:defRPr sz="1350" b="0">
                <a:solidFill>
                  <a:srgbClr val="C2DAD0"/>
                </a:solidFill>
                <a:latin typeface="Arial"/>
                <a:ea typeface="Arial"/>
                <a:cs typeface="Arial"/>
              </a:defRPr>
            </a:pPr>
            <a:r>
              <a:rPr sz="1350" b="0">
                <a:solidFill>
                  <a:srgbClr val="C2DAD0"/>
                </a:solidFill>
                <a:latin typeface="Arial"/>
                <a:ea typeface="Arial"/>
                <a:cs typeface="Arial"/>
              </a:rPr>
              <a:t>October 24, 2026</a:t>
            </a:r>
          </a:p>
        </p:txBody>
      </p:sp>
    </p:spTree>
    <p:extLst>
      <p:ext uri="{BB962C8B-B14F-4D97-AF65-F5344CB8AC3E}">
        <p14:creationId xmlns:p14="http://schemas.microsoft.com/office/powerpoint/2010/main" val="10731571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ECA623C8-04BC-4946-B21D-D53694EF60C0}"/>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Documents and setup</a:t>
            </a:r>
          </a:p>
        </p:txBody>
      </p:sp>
      <p:sp>
        <p:nvSpPr>
          <p:cNvPr id="2" name="text-5">
            <a:extLst xmlns:a="http://schemas.openxmlformats.org/drawingml/2006/main">
              <a:ext uri="{FF2B5EF4-FFF2-40B4-BE49-F238E27FC236}">
                <a16:creationId xmlns:a16="http://schemas.microsoft.com/office/drawing/2014/main" id="{2BD5037F-114E-4897-83A2-091D0F437803}"/>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Source: verified upload manifest. Original project target: 25 documents. Current indexed corpus: 30.</a:t>
            </a:r>
          </a:p>
        </p:txBody>
      </p:sp>
      <p:sp>
        <p:nvSpPr>
          <p:cNvPr id="3" name="text-6">
            <a:extLst xmlns:a="http://schemas.openxmlformats.org/drawingml/2006/main">
              <a:ext uri="{FF2B5EF4-FFF2-40B4-BE49-F238E27FC236}">
                <a16:creationId xmlns:a16="http://schemas.microsoft.com/office/drawing/2014/main" id="{F0FF8AE9-E235-42F8-BB0B-806DA8C0399B}"/>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02</a:t>
            </a:r>
          </a:p>
        </p:txBody>
      </p:sp>
      <p:sp>
        <p:nvSpPr>
          <p:cNvPr id="4" name="text-7">
            <a:extLst xmlns:a="http://schemas.openxmlformats.org/drawingml/2006/main">
              <a:ext uri="{FF2B5EF4-FFF2-40B4-BE49-F238E27FC236}">
                <a16:creationId xmlns:a16="http://schemas.microsoft.com/office/drawing/2014/main" id="{5F7BE724-D352-442E-8039-F747F10F0DD0}"/>
              </a:ext>
            </a:extLst>
          </p:cNvPr>
          <p:cNvSpPr>
            <a:spLocks xmlns:a="http://schemas.openxmlformats.org/drawingml/2006/main" noGrp="1"/>
          </p:cNvSpPr>
          <p:nvPr/>
        </p:nvSpPr>
        <p:spPr>
          <a:xfrm xmlns:a="http://schemas.openxmlformats.org/drawingml/2006/main">
            <a:off x="609600" y="1619250"/>
            <a:ext cx="295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6C60"/>
                </a:solidFill>
                <a:latin typeface="Arial"/>
                <a:ea typeface="Arial"/>
                <a:cs typeface="Arial"/>
              </a:defRPr>
            </a:defPPr>
            <a:lvl1pPr algn="l">
              <a:defRPr sz="5850" b="1">
                <a:solidFill>
                  <a:srgbClr val="126C60"/>
                </a:solidFill>
                <a:latin typeface="Arial"/>
                <a:ea typeface="Arial"/>
                <a:cs typeface="Arial"/>
              </a:defRPr>
            </a:lvl1pPr>
            <a:lvl2pPr algn="l">
              <a:defRPr sz="5850" b="1">
                <a:solidFill>
                  <a:srgbClr val="126C60"/>
                </a:solidFill>
                <a:latin typeface="Arial"/>
                <a:ea typeface="Arial"/>
                <a:cs typeface="Arial"/>
              </a:defRPr>
            </a:lvl2pPr>
            <a:lvl3pPr algn="l">
              <a:defRPr sz="5850" b="1">
                <a:solidFill>
                  <a:srgbClr val="126C60"/>
                </a:solidFill>
                <a:latin typeface="Arial"/>
                <a:ea typeface="Arial"/>
                <a:cs typeface="Arial"/>
              </a:defRPr>
            </a:lvl3pPr>
            <a:lvl4pPr algn="l">
              <a:defRPr sz="5850" b="1">
                <a:solidFill>
                  <a:srgbClr val="126C60"/>
                </a:solidFill>
                <a:latin typeface="Arial"/>
                <a:ea typeface="Arial"/>
                <a:cs typeface="Arial"/>
              </a:defRPr>
            </a:lvl4pPr>
            <a:lvl5pPr algn="l">
              <a:defRPr sz="5850" b="1">
                <a:solidFill>
                  <a:srgbClr val="126C60"/>
                </a:solidFill>
                <a:latin typeface="Arial"/>
                <a:ea typeface="Arial"/>
                <a:cs typeface="Arial"/>
              </a:defRPr>
            </a:lvl5pPr>
            <a:lvl6pPr algn="l">
              <a:defRPr sz="5850" b="1">
                <a:solidFill>
                  <a:srgbClr val="126C60"/>
                </a:solidFill>
                <a:latin typeface="Arial"/>
                <a:ea typeface="Arial"/>
                <a:cs typeface="Arial"/>
              </a:defRPr>
            </a:lvl6pPr>
            <a:lvl7pPr algn="l">
              <a:defRPr sz="5850" b="1">
                <a:solidFill>
                  <a:srgbClr val="126C60"/>
                </a:solidFill>
                <a:latin typeface="Arial"/>
                <a:ea typeface="Arial"/>
                <a:cs typeface="Arial"/>
              </a:defRPr>
            </a:lvl7pPr>
            <a:lvl8pPr algn="l">
              <a:defRPr sz="5850" b="1">
                <a:solidFill>
                  <a:srgbClr val="126C60"/>
                </a:solidFill>
                <a:latin typeface="Arial"/>
                <a:ea typeface="Arial"/>
                <a:cs typeface="Arial"/>
              </a:defRPr>
            </a:lvl8pPr>
            <a:lvl9pPr algn="l">
              <a:defRPr sz="5850" b="1">
                <a:solidFill>
                  <a:srgbClr val="126C60"/>
                </a:solidFill>
                <a:latin typeface="Arial"/>
                <a:ea typeface="Arial"/>
                <a:cs typeface="Arial"/>
              </a:defRPr>
            </a:lvl9pPr>
          </a:lstStyle>
          <a:p xmlns:a="http://schemas.openxmlformats.org/drawingml/2006/main">
            <a:pPr algn="l">
              <a:defRPr sz="5850" b="1">
                <a:solidFill>
                  <a:srgbClr val="126C60"/>
                </a:solidFill>
                <a:latin typeface="Arial"/>
                <a:ea typeface="Arial"/>
                <a:cs typeface="Arial"/>
              </a:defRPr>
            </a:pPr>
            <a:r>
              <a:rPr sz="5850" b="1">
                <a:solidFill>
                  <a:srgbClr val="126C60"/>
                </a:solidFill>
                <a:latin typeface="Arial"/>
                <a:ea typeface="Arial"/>
                <a:cs typeface="Arial"/>
              </a:rPr>
              <a:t>30</a:t>
            </a:r>
          </a:p>
        </p:txBody>
      </p:sp>
      <p:sp>
        <p:nvSpPr>
          <p:cNvPr id="5" name="text-8">
            <a:extLst xmlns:a="http://schemas.openxmlformats.org/drawingml/2006/main">
              <a:ext uri="{FF2B5EF4-FFF2-40B4-BE49-F238E27FC236}">
                <a16:creationId xmlns:a16="http://schemas.microsoft.com/office/drawing/2014/main" id="{4BA31D56-A13D-4C73-84A2-3C4B9CE237DB}"/>
              </a:ext>
            </a:extLst>
          </p:cNvPr>
          <p:cNvSpPr>
            <a:spLocks xmlns:a="http://schemas.openxmlformats.org/drawingml/2006/main" noGrp="1"/>
          </p:cNvSpPr>
          <p:nvPr/>
        </p:nvSpPr>
        <p:spPr>
          <a:xfrm xmlns:a="http://schemas.openxmlformats.org/drawingml/2006/main">
            <a:off x="609600" y="2714625"/>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B36"/>
                </a:solidFill>
                <a:latin typeface="Arial"/>
                <a:ea typeface="Arial"/>
                <a:cs typeface="Arial"/>
              </a:defRPr>
            </a:defPPr>
            <a:lvl1pPr algn="l">
              <a:defRPr sz="2100" b="0">
                <a:solidFill>
                  <a:srgbClr val="163B36"/>
                </a:solidFill>
                <a:latin typeface="Arial"/>
                <a:ea typeface="Arial"/>
                <a:cs typeface="Arial"/>
              </a:defRPr>
            </a:lvl1pPr>
            <a:lvl2pPr algn="l">
              <a:defRPr sz="2100" b="0">
                <a:solidFill>
                  <a:srgbClr val="163B36"/>
                </a:solidFill>
                <a:latin typeface="Arial"/>
                <a:ea typeface="Arial"/>
                <a:cs typeface="Arial"/>
              </a:defRPr>
            </a:lvl2pPr>
            <a:lvl3pPr algn="l">
              <a:defRPr sz="2100" b="0">
                <a:solidFill>
                  <a:srgbClr val="163B36"/>
                </a:solidFill>
                <a:latin typeface="Arial"/>
                <a:ea typeface="Arial"/>
                <a:cs typeface="Arial"/>
              </a:defRPr>
            </a:lvl3pPr>
            <a:lvl4pPr algn="l">
              <a:defRPr sz="2100" b="0">
                <a:solidFill>
                  <a:srgbClr val="163B36"/>
                </a:solidFill>
                <a:latin typeface="Arial"/>
                <a:ea typeface="Arial"/>
                <a:cs typeface="Arial"/>
              </a:defRPr>
            </a:lvl4pPr>
            <a:lvl5pPr algn="l">
              <a:defRPr sz="2100" b="0">
                <a:solidFill>
                  <a:srgbClr val="163B36"/>
                </a:solidFill>
                <a:latin typeface="Arial"/>
                <a:ea typeface="Arial"/>
                <a:cs typeface="Arial"/>
              </a:defRPr>
            </a:lvl5pPr>
            <a:lvl6pPr algn="l">
              <a:defRPr sz="2100" b="0">
                <a:solidFill>
                  <a:srgbClr val="163B36"/>
                </a:solidFill>
                <a:latin typeface="Arial"/>
                <a:ea typeface="Arial"/>
                <a:cs typeface="Arial"/>
              </a:defRPr>
            </a:lvl6pPr>
            <a:lvl7pPr algn="l">
              <a:defRPr sz="2100" b="0">
                <a:solidFill>
                  <a:srgbClr val="163B36"/>
                </a:solidFill>
                <a:latin typeface="Arial"/>
                <a:ea typeface="Arial"/>
                <a:cs typeface="Arial"/>
              </a:defRPr>
            </a:lvl7pPr>
            <a:lvl8pPr algn="l">
              <a:defRPr sz="2100" b="0">
                <a:solidFill>
                  <a:srgbClr val="163B36"/>
                </a:solidFill>
                <a:latin typeface="Arial"/>
                <a:ea typeface="Arial"/>
                <a:cs typeface="Arial"/>
              </a:defRPr>
            </a:lvl8pPr>
            <a:lvl9pPr algn="l">
              <a:defRPr sz="2100" b="0">
                <a:solidFill>
                  <a:srgbClr val="163B36"/>
                </a:solidFill>
                <a:latin typeface="Arial"/>
                <a:ea typeface="Arial"/>
                <a:cs typeface="Arial"/>
              </a:defRPr>
            </a:lvl9pPr>
          </a:lstStyle>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contract PDFs</a:t>
            </a:r>
          </a:p>
        </p:txBody>
      </p:sp>
      <p:sp>
        <p:nvSpPr>
          <p:cNvPr id="6" name="text-9">
            <a:extLst xmlns:a="http://schemas.openxmlformats.org/drawingml/2006/main">
              <a:ext uri="{FF2B5EF4-FFF2-40B4-BE49-F238E27FC236}">
                <a16:creationId xmlns:a16="http://schemas.microsoft.com/office/drawing/2014/main" id="{E253134E-1BFB-48B5-A5B5-06A2FDF54021}"/>
              </a:ext>
            </a:extLst>
          </p:cNvPr>
          <p:cNvSpPr>
            <a:spLocks xmlns:a="http://schemas.openxmlformats.org/drawingml/2006/main" noGrp="1"/>
          </p:cNvSpPr>
          <p:nvPr/>
        </p:nvSpPr>
        <p:spPr>
          <a:xfrm xmlns:a="http://schemas.openxmlformats.org/drawingml/2006/main">
            <a:off x="4429125" y="1619250"/>
            <a:ext cx="295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6C60"/>
                </a:solidFill>
                <a:latin typeface="Arial"/>
                <a:ea typeface="Arial"/>
                <a:cs typeface="Arial"/>
              </a:defRPr>
            </a:defPPr>
            <a:lvl1pPr algn="l">
              <a:defRPr sz="5850" b="1">
                <a:solidFill>
                  <a:srgbClr val="126C60"/>
                </a:solidFill>
                <a:latin typeface="Arial"/>
                <a:ea typeface="Arial"/>
                <a:cs typeface="Arial"/>
              </a:defRPr>
            </a:lvl1pPr>
            <a:lvl2pPr algn="l">
              <a:defRPr sz="5850" b="1">
                <a:solidFill>
                  <a:srgbClr val="126C60"/>
                </a:solidFill>
                <a:latin typeface="Arial"/>
                <a:ea typeface="Arial"/>
                <a:cs typeface="Arial"/>
              </a:defRPr>
            </a:lvl2pPr>
            <a:lvl3pPr algn="l">
              <a:defRPr sz="5850" b="1">
                <a:solidFill>
                  <a:srgbClr val="126C60"/>
                </a:solidFill>
                <a:latin typeface="Arial"/>
                <a:ea typeface="Arial"/>
                <a:cs typeface="Arial"/>
              </a:defRPr>
            </a:lvl3pPr>
            <a:lvl4pPr algn="l">
              <a:defRPr sz="5850" b="1">
                <a:solidFill>
                  <a:srgbClr val="126C60"/>
                </a:solidFill>
                <a:latin typeface="Arial"/>
                <a:ea typeface="Arial"/>
                <a:cs typeface="Arial"/>
              </a:defRPr>
            </a:lvl4pPr>
            <a:lvl5pPr algn="l">
              <a:defRPr sz="5850" b="1">
                <a:solidFill>
                  <a:srgbClr val="126C60"/>
                </a:solidFill>
                <a:latin typeface="Arial"/>
                <a:ea typeface="Arial"/>
                <a:cs typeface="Arial"/>
              </a:defRPr>
            </a:lvl5pPr>
            <a:lvl6pPr algn="l">
              <a:defRPr sz="5850" b="1">
                <a:solidFill>
                  <a:srgbClr val="126C60"/>
                </a:solidFill>
                <a:latin typeface="Arial"/>
                <a:ea typeface="Arial"/>
                <a:cs typeface="Arial"/>
              </a:defRPr>
            </a:lvl6pPr>
            <a:lvl7pPr algn="l">
              <a:defRPr sz="5850" b="1">
                <a:solidFill>
                  <a:srgbClr val="126C60"/>
                </a:solidFill>
                <a:latin typeface="Arial"/>
                <a:ea typeface="Arial"/>
                <a:cs typeface="Arial"/>
              </a:defRPr>
            </a:lvl7pPr>
            <a:lvl8pPr algn="l">
              <a:defRPr sz="5850" b="1">
                <a:solidFill>
                  <a:srgbClr val="126C60"/>
                </a:solidFill>
                <a:latin typeface="Arial"/>
                <a:ea typeface="Arial"/>
                <a:cs typeface="Arial"/>
              </a:defRPr>
            </a:lvl8pPr>
            <a:lvl9pPr algn="l">
              <a:defRPr sz="5850" b="1">
                <a:solidFill>
                  <a:srgbClr val="126C60"/>
                </a:solidFill>
                <a:latin typeface="Arial"/>
                <a:ea typeface="Arial"/>
                <a:cs typeface="Arial"/>
              </a:defRPr>
            </a:lvl9pPr>
          </a:lstStyle>
          <a:p xmlns:a="http://schemas.openxmlformats.org/drawingml/2006/main">
            <a:pPr algn="l">
              <a:defRPr sz="5850" b="1">
                <a:solidFill>
                  <a:srgbClr val="126C60"/>
                </a:solidFill>
                <a:latin typeface="Arial"/>
                <a:ea typeface="Arial"/>
                <a:cs typeface="Arial"/>
              </a:defRPr>
            </a:pPr>
            <a:r>
              <a:rPr sz="5850" b="1">
                <a:solidFill>
                  <a:srgbClr val="126C60"/>
                </a:solidFill>
                <a:latin typeface="Arial"/>
                <a:ea typeface="Arial"/>
                <a:cs typeface="Arial"/>
              </a:rPr>
              <a:t>90</a:t>
            </a:r>
          </a:p>
        </p:txBody>
      </p:sp>
      <p:sp>
        <p:nvSpPr>
          <p:cNvPr id="7" name="text-10">
            <a:extLst xmlns:a="http://schemas.openxmlformats.org/drawingml/2006/main">
              <a:ext uri="{FF2B5EF4-FFF2-40B4-BE49-F238E27FC236}">
                <a16:creationId xmlns:a16="http://schemas.microsoft.com/office/drawing/2014/main" id="{276D1D3D-CDF3-4DF4-AC3B-4A6A4E7C66AE}"/>
              </a:ext>
            </a:extLst>
          </p:cNvPr>
          <p:cNvSpPr>
            <a:spLocks xmlns:a="http://schemas.openxmlformats.org/drawingml/2006/main" noGrp="1"/>
          </p:cNvSpPr>
          <p:nvPr/>
        </p:nvSpPr>
        <p:spPr>
          <a:xfrm xmlns:a="http://schemas.openxmlformats.org/drawingml/2006/main">
            <a:off x="4429125" y="2714625"/>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B36"/>
                </a:solidFill>
                <a:latin typeface="Arial"/>
                <a:ea typeface="Arial"/>
                <a:cs typeface="Arial"/>
              </a:defRPr>
            </a:defPPr>
            <a:lvl1pPr algn="l">
              <a:defRPr sz="2100" b="0">
                <a:solidFill>
                  <a:srgbClr val="163B36"/>
                </a:solidFill>
                <a:latin typeface="Arial"/>
                <a:ea typeface="Arial"/>
                <a:cs typeface="Arial"/>
              </a:defRPr>
            </a:lvl1pPr>
            <a:lvl2pPr algn="l">
              <a:defRPr sz="2100" b="0">
                <a:solidFill>
                  <a:srgbClr val="163B36"/>
                </a:solidFill>
                <a:latin typeface="Arial"/>
                <a:ea typeface="Arial"/>
                <a:cs typeface="Arial"/>
              </a:defRPr>
            </a:lvl2pPr>
            <a:lvl3pPr algn="l">
              <a:defRPr sz="2100" b="0">
                <a:solidFill>
                  <a:srgbClr val="163B36"/>
                </a:solidFill>
                <a:latin typeface="Arial"/>
                <a:ea typeface="Arial"/>
                <a:cs typeface="Arial"/>
              </a:defRPr>
            </a:lvl3pPr>
            <a:lvl4pPr algn="l">
              <a:defRPr sz="2100" b="0">
                <a:solidFill>
                  <a:srgbClr val="163B36"/>
                </a:solidFill>
                <a:latin typeface="Arial"/>
                <a:ea typeface="Arial"/>
                <a:cs typeface="Arial"/>
              </a:defRPr>
            </a:lvl4pPr>
            <a:lvl5pPr algn="l">
              <a:defRPr sz="2100" b="0">
                <a:solidFill>
                  <a:srgbClr val="163B36"/>
                </a:solidFill>
                <a:latin typeface="Arial"/>
                <a:ea typeface="Arial"/>
                <a:cs typeface="Arial"/>
              </a:defRPr>
            </a:lvl5pPr>
            <a:lvl6pPr algn="l">
              <a:defRPr sz="2100" b="0">
                <a:solidFill>
                  <a:srgbClr val="163B36"/>
                </a:solidFill>
                <a:latin typeface="Arial"/>
                <a:ea typeface="Arial"/>
                <a:cs typeface="Arial"/>
              </a:defRPr>
            </a:lvl6pPr>
            <a:lvl7pPr algn="l">
              <a:defRPr sz="2100" b="0">
                <a:solidFill>
                  <a:srgbClr val="163B36"/>
                </a:solidFill>
                <a:latin typeface="Arial"/>
                <a:ea typeface="Arial"/>
                <a:cs typeface="Arial"/>
              </a:defRPr>
            </a:lvl7pPr>
            <a:lvl8pPr algn="l">
              <a:defRPr sz="2100" b="0">
                <a:solidFill>
                  <a:srgbClr val="163B36"/>
                </a:solidFill>
                <a:latin typeface="Arial"/>
                <a:ea typeface="Arial"/>
                <a:cs typeface="Arial"/>
              </a:defRPr>
            </a:lvl8pPr>
            <a:lvl9pPr algn="l">
              <a:defRPr sz="2100" b="0">
                <a:solidFill>
                  <a:srgbClr val="163B36"/>
                </a:solidFill>
                <a:latin typeface="Arial"/>
                <a:ea typeface="Arial"/>
                <a:cs typeface="Arial"/>
              </a:defRPr>
            </a:lvl9pPr>
          </a:lstStyle>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physical PDF pages</a:t>
            </a:r>
          </a:p>
        </p:txBody>
      </p:sp>
      <p:sp>
        <p:nvSpPr>
          <p:cNvPr id="8" name="text-11">
            <a:extLst xmlns:a="http://schemas.openxmlformats.org/drawingml/2006/main">
              <a:ext uri="{FF2B5EF4-FFF2-40B4-BE49-F238E27FC236}">
                <a16:creationId xmlns:a16="http://schemas.microsoft.com/office/drawing/2014/main" id="{CEE6F8E4-647B-49D6-9C76-57DE326EB479}"/>
              </a:ext>
            </a:extLst>
          </p:cNvPr>
          <p:cNvSpPr>
            <a:spLocks xmlns:a="http://schemas.openxmlformats.org/drawingml/2006/main" noGrp="1"/>
          </p:cNvSpPr>
          <p:nvPr/>
        </p:nvSpPr>
        <p:spPr>
          <a:xfrm xmlns:a="http://schemas.openxmlformats.org/drawingml/2006/main">
            <a:off x="8239125" y="1619250"/>
            <a:ext cx="295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6C60"/>
                </a:solidFill>
                <a:latin typeface="Arial"/>
                <a:ea typeface="Arial"/>
                <a:cs typeface="Arial"/>
              </a:defRPr>
            </a:defPPr>
            <a:lvl1pPr algn="l">
              <a:defRPr sz="5850" b="1">
                <a:solidFill>
                  <a:srgbClr val="126C60"/>
                </a:solidFill>
                <a:latin typeface="Arial"/>
                <a:ea typeface="Arial"/>
                <a:cs typeface="Arial"/>
              </a:defRPr>
            </a:lvl1pPr>
            <a:lvl2pPr algn="l">
              <a:defRPr sz="5850" b="1">
                <a:solidFill>
                  <a:srgbClr val="126C60"/>
                </a:solidFill>
                <a:latin typeface="Arial"/>
                <a:ea typeface="Arial"/>
                <a:cs typeface="Arial"/>
              </a:defRPr>
            </a:lvl2pPr>
            <a:lvl3pPr algn="l">
              <a:defRPr sz="5850" b="1">
                <a:solidFill>
                  <a:srgbClr val="126C60"/>
                </a:solidFill>
                <a:latin typeface="Arial"/>
                <a:ea typeface="Arial"/>
                <a:cs typeface="Arial"/>
              </a:defRPr>
            </a:lvl3pPr>
            <a:lvl4pPr algn="l">
              <a:defRPr sz="5850" b="1">
                <a:solidFill>
                  <a:srgbClr val="126C60"/>
                </a:solidFill>
                <a:latin typeface="Arial"/>
                <a:ea typeface="Arial"/>
                <a:cs typeface="Arial"/>
              </a:defRPr>
            </a:lvl4pPr>
            <a:lvl5pPr algn="l">
              <a:defRPr sz="5850" b="1">
                <a:solidFill>
                  <a:srgbClr val="126C60"/>
                </a:solidFill>
                <a:latin typeface="Arial"/>
                <a:ea typeface="Arial"/>
                <a:cs typeface="Arial"/>
              </a:defRPr>
            </a:lvl5pPr>
            <a:lvl6pPr algn="l">
              <a:defRPr sz="5850" b="1">
                <a:solidFill>
                  <a:srgbClr val="126C60"/>
                </a:solidFill>
                <a:latin typeface="Arial"/>
                <a:ea typeface="Arial"/>
                <a:cs typeface="Arial"/>
              </a:defRPr>
            </a:lvl6pPr>
            <a:lvl7pPr algn="l">
              <a:defRPr sz="5850" b="1">
                <a:solidFill>
                  <a:srgbClr val="126C60"/>
                </a:solidFill>
                <a:latin typeface="Arial"/>
                <a:ea typeface="Arial"/>
                <a:cs typeface="Arial"/>
              </a:defRPr>
            </a:lvl7pPr>
            <a:lvl8pPr algn="l">
              <a:defRPr sz="5850" b="1">
                <a:solidFill>
                  <a:srgbClr val="126C60"/>
                </a:solidFill>
                <a:latin typeface="Arial"/>
                <a:ea typeface="Arial"/>
                <a:cs typeface="Arial"/>
              </a:defRPr>
            </a:lvl8pPr>
            <a:lvl9pPr algn="l">
              <a:defRPr sz="5850" b="1">
                <a:solidFill>
                  <a:srgbClr val="126C60"/>
                </a:solidFill>
                <a:latin typeface="Arial"/>
                <a:ea typeface="Arial"/>
                <a:cs typeface="Arial"/>
              </a:defRPr>
            </a:lvl9pPr>
          </a:lstStyle>
          <a:p xmlns:a="http://schemas.openxmlformats.org/drawingml/2006/main">
            <a:pPr algn="l">
              <a:defRPr sz="5850" b="1">
                <a:solidFill>
                  <a:srgbClr val="126C60"/>
                </a:solidFill>
                <a:latin typeface="Arial"/>
                <a:ea typeface="Arial"/>
                <a:cs typeface="Arial"/>
              </a:defRPr>
            </a:pPr>
            <a:r>
              <a:rPr sz="5850" b="1">
                <a:solidFill>
                  <a:srgbClr val="126C60"/>
                </a:solidFill>
                <a:latin typeface="Arial"/>
                <a:ea typeface="Arial"/>
                <a:cs typeface="Arial"/>
              </a:rPr>
              <a:t>90</a:t>
            </a:r>
          </a:p>
        </p:txBody>
      </p:sp>
      <p:sp>
        <p:nvSpPr>
          <p:cNvPr id="9" name="text-12">
            <a:extLst xmlns:a="http://schemas.openxmlformats.org/drawingml/2006/main">
              <a:ext uri="{FF2B5EF4-FFF2-40B4-BE49-F238E27FC236}">
                <a16:creationId xmlns:a16="http://schemas.microsoft.com/office/drawing/2014/main" id="{BE33ED60-B101-48E0-8A51-C95B874474B6}"/>
              </a:ext>
            </a:extLst>
          </p:cNvPr>
          <p:cNvSpPr>
            <a:spLocks xmlns:a="http://schemas.openxmlformats.org/drawingml/2006/main" noGrp="1"/>
          </p:cNvSpPr>
          <p:nvPr/>
        </p:nvSpPr>
        <p:spPr>
          <a:xfrm xmlns:a="http://schemas.openxmlformats.org/drawingml/2006/main">
            <a:off x="8239125" y="2714625"/>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B36"/>
                </a:solidFill>
                <a:latin typeface="Arial"/>
                <a:ea typeface="Arial"/>
                <a:cs typeface="Arial"/>
              </a:defRPr>
            </a:defPPr>
            <a:lvl1pPr algn="l">
              <a:defRPr sz="2100" b="0">
                <a:solidFill>
                  <a:srgbClr val="163B36"/>
                </a:solidFill>
                <a:latin typeface="Arial"/>
                <a:ea typeface="Arial"/>
                <a:cs typeface="Arial"/>
              </a:defRPr>
            </a:lvl1pPr>
            <a:lvl2pPr algn="l">
              <a:defRPr sz="2100" b="0">
                <a:solidFill>
                  <a:srgbClr val="163B36"/>
                </a:solidFill>
                <a:latin typeface="Arial"/>
                <a:ea typeface="Arial"/>
                <a:cs typeface="Arial"/>
              </a:defRPr>
            </a:lvl2pPr>
            <a:lvl3pPr algn="l">
              <a:defRPr sz="2100" b="0">
                <a:solidFill>
                  <a:srgbClr val="163B36"/>
                </a:solidFill>
                <a:latin typeface="Arial"/>
                <a:ea typeface="Arial"/>
                <a:cs typeface="Arial"/>
              </a:defRPr>
            </a:lvl3pPr>
            <a:lvl4pPr algn="l">
              <a:defRPr sz="2100" b="0">
                <a:solidFill>
                  <a:srgbClr val="163B36"/>
                </a:solidFill>
                <a:latin typeface="Arial"/>
                <a:ea typeface="Arial"/>
                <a:cs typeface="Arial"/>
              </a:defRPr>
            </a:lvl4pPr>
            <a:lvl5pPr algn="l">
              <a:defRPr sz="2100" b="0">
                <a:solidFill>
                  <a:srgbClr val="163B36"/>
                </a:solidFill>
                <a:latin typeface="Arial"/>
                <a:ea typeface="Arial"/>
                <a:cs typeface="Arial"/>
              </a:defRPr>
            </a:lvl5pPr>
            <a:lvl6pPr algn="l">
              <a:defRPr sz="2100" b="0">
                <a:solidFill>
                  <a:srgbClr val="163B36"/>
                </a:solidFill>
                <a:latin typeface="Arial"/>
                <a:ea typeface="Arial"/>
                <a:cs typeface="Arial"/>
              </a:defRPr>
            </a:lvl6pPr>
            <a:lvl7pPr algn="l">
              <a:defRPr sz="2100" b="0">
                <a:solidFill>
                  <a:srgbClr val="163B36"/>
                </a:solidFill>
                <a:latin typeface="Arial"/>
                <a:ea typeface="Arial"/>
                <a:cs typeface="Arial"/>
              </a:defRPr>
            </a:lvl7pPr>
            <a:lvl8pPr algn="l">
              <a:defRPr sz="2100" b="0">
                <a:solidFill>
                  <a:srgbClr val="163B36"/>
                </a:solidFill>
                <a:latin typeface="Arial"/>
                <a:ea typeface="Arial"/>
                <a:cs typeface="Arial"/>
              </a:defRPr>
            </a:lvl8pPr>
            <a:lvl9pPr algn="l">
              <a:defRPr sz="2100" b="0">
                <a:solidFill>
                  <a:srgbClr val="163B36"/>
                </a:solidFill>
                <a:latin typeface="Arial"/>
                <a:ea typeface="Arial"/>
                <a:cs typeface="Arial"/>
              </a:defRPr>
            </a:lvl9pPr>
          </a:lstStyle>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stored chunks</a:t>
            </a:r>
          </a:p>
        </p:txBody>
      </p:sp>
      <p:sp>
        <p:nvSpPr>
          <p:cNvPr id="10" name="text-13">
            <a:extLst xmlns:a="http://schemas.openxmlformats.org/drawingml/2006/main">
              <a:ext uri="{FF2B5EF4-FFF2-40B4-BE49-F238E27FC236}">
                <a16:creationId xmlns:a16="http://schemas.microsoft.com/office/drawing/2014/main" id="{DD6D3444-3DE2-4B24-B24C-48557341F61D}"/>
              </a:ext>
            </a:extLst>
          </p:cNvPr>
          <p:cNvSpPr>
            <a:spLocks xmlns:a="http://schemas.openxmlformats.org/drawingml/2006/main" noGrp="1"/>
          </p:cNvSpPr>
          <p:nvPr/>
        </p:nvSpPr>
        <p:spPr>
          <a:xfrm xmlns:a="http://schemas.openxmlformats.org/drawingml/2006/main">
            <a:off x="609600" y="36195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3B36"/>
                </a:solidFill>
                <a:latin typeface="Arial"/>
                <a:ea typeface="Arial"/>
                <a:cs typeface="Arial"/>
              </a:defRPr>
            </a:defPPr>
            <a:lvl1pPr algn="l">
              <a:defRPr sz="2250" b="1">
                <a:solidFill>
                  <a:srgbClr val="163B36"/>
                </a:solidFill>
                <a:latin typeface="Arial"/>
                <a:ea typeface="Arial"/>
                <a:cs typeface="Arial"/>
              </a:defRPr>
            </a:lvl1pPr>
            <a:lvl2pPr algn="l">
              <a:defRPr sz="2250" b="1">
                <a:solidFill>
                  <a:srgbClr val="163B36"/>
                </a:solidFill>
                <a:latin typeface="Arial"/>
                <a:ea typeface="Arial"/>
                <a:cs typeface="Arial"/>
              </a:defRPr>
            </a:lvl2pPr>
            <a:lvl3pPr algn="l">
              <a:defRPr sz="2250" b="1">
                <a:solidFill>
                  <a:srgbClr val="163B36"/>
                </a:solidFill>
                <a:latin typeface="Arial"/>
                <a:ea typeface="Arial"/>
                <a:cs typeface="Arial"/>
              </a:defRPr>
            </a:lvl3pPr>
            <a:lvl4pPr algn="l">
              <a:defRPr sz="2250" b="1">
                <a:solidFill>
                  <a:srgbClr val="163B36"/>
                </a:solidFill>
                <a:latin typeface="Arial"/>
                <a:ea typeface="Arial"/>
                <a:cs typeface="Arial"/>
              </a:defRPr>
            </a:lvl4pPr>
            <a:lvl5pPr algn="l">
              <a:defRPr sz="2250" b="1">
                <a:solidFill>
                  <a:srgbClr val="163B36"/>
                </a:solidFill>
                <a:latin typeface="Arial"/>
                <a:ea typeface="Arial"/>
                <a:cs typeface="Arial"/>
              </a:defRPr>
            </a:lvl5pPr>
            <a:lvl6pPr algn="l">
              <a:defRPr sz="2250" b="1">
                <a:solidFill>
                  <a:srgbClr val="163B36"/>
                </a:solidFill>
                <a:latin typeface="Arial"/>
                <a:ea typeface="Arial"/>
                <a:cs typeface="Arial"/>
              </a:defRPr>
            </a:lvl6pPr>
            <a:lvl7pPr algn="l">
              <a:defRPr sz="2250" b="1">
                <a:solidFill>
                  <a:srgbClr val="163B36"/>
                </a:solidFill>
                <a:latin typeface="Arial"/>
                <a:ea typeface="Arial"/>
                <a:cs typeface="Arial"/>
              </a:defRPr>
            </a:lvl7pPr>
            <a:lvl8pPr algn="l">
              <a:defRPr sz="2250" b="1">
                <a:solidFill>
                  <a:srgbClr val="163B36"/>
                </a:solidFill>
                <a:latin typeface="Arial"/>
                <a:ea typeface="Arial"/>
                <a:cs typeface="Arial"/>
              </a:defRPr>
            </a:lvl8pPr>
            <a:lvl9pPr algn="l">
              <a:defRPr sz="2250" b="1">
                <a:solidFill>
                  <a:srgbClr val="163B36"/>
                </a:solidFill>
                <a:latin typeface="Arial"/>
                <a:ea typeface="Arial"/>
                <a:cs typeface="Arial"/>
              </a:defRPr>
            </a:lvl9pPr>
          </a:lstStyle>
          <a:p xmlns:a="http://schemas.openxmlformats.org/drawingml/2006/main">
            <a:pPr algn="l">
              <a:defRPr sz="2250" b="1">
                <a:solidFill>
                  <a:srgbClr val="163B36"/>
                </a:solidFill>
                <a:latin typeface="Arial"/>
                <a:ea typeface="Arial"/>
                <a:cs typeface="Arial"/>
              </a:defRPr>
            </a:pPr>
            <a:r>
              <a:rPr sz="2250" b="1">
                <a:solidFill>
                  <a:srgbClr val="163B36"/>
                </a:solidFill>
                <a:latin typeface="Arial"/>
                <a:ea typeface="Arial"/>
                <a:cs typeface="Arial"/>
              </a:rPr>
              <a:t>Demo documents</a:t>
            </a:r>
          </a:p>
        </p:txBody>
      </p:sp>
      <p:sp>
        <p:nvSpPr>
          <p:cNvPr id="11" name="text-14">
            <a:extLst xmlns:a="http://schemas.openxmlformats.org/drawingml/2006/main">
              <a:ext uri="{FF2B5EF4-FFF2-40B4-BE49-F238E27FC236}">
                <a16:creationId xmlns:a16="http://schemas.microsoft.com/office/drawing/2014/main" id="{7BAB11D3-7E99-4BB1-AC49-A24F90AF1B13}"/>
              </a:ext>
            </a:extLst>
          </p:cNvPr>
          <p:cNvSpPr>
            <a:spLocks xmlns:a="http://schemas.openxmlformats.org/drawingml/2006/main" noGrp="1"/>
          </p:cNvSpPr>
          <p:nvPr/>
        </p:nvSpPr>
        <p:spPr>
          <a:xfrm xmlns:a="http://schemas.openxmlformats.org/drawingml/2006/main">
            <a:off x="609600" y="41719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B36"/>
                </a:solidFill>
                <a:latin typeface="Arial"/>
                <a:ea typeface="Arial"/>
                <a:cs typeface="Arial"/>
              </a:defRPr>
            </a:defPPr>
            <a:lvl1pPr algn="l">
              <a:defRPr sz="2100" b="0">
                <a:solidFill>
                  <a:srgbClr val="163B36"/>
                </a:solidFill>
                <a:latin typeface="Arial"/>
                <a:ea typeface="Arial"/>
                <a:cs typeface="Arial"/>
              </a:defRPr>
            </a:lvl1pPr>
            <a:lvl2pPr algn="l">
              <a:defRPr sz="2100" b="0">
                <a:solidFill>
                  <a:srgbClr val="163B36"/>
                </a:solidFill>
                <a:latin typeface="Arial"/>
                <a:ea typeface="Arial"/>
                <a:cs typeface="Arial"/>
              </a:defRPr>
            </a:lvl2pPr>
            <a:lvl3pPr algn="l">
              <a:defRPr sz="2100" b="0">
                <a:solidFill>
                  <a:srgbClr val="163B36"/>
                </a:solidFill>
                <a:latin typeface="Arial"/>
                <a:ea typeface="Arial"/>
                <a:cs typeface="Arial"/>
              </a:defRPr>
            </a:lvl3pPr>
            <a:lvl4pPr algn="l">
              <a:defRPr sz="2100" b="0">
                <a:solidFill>
                  <a:srgbClr val="163B36"/>
                </a:solidFill>
                <a:latin typeface="Arial"/>
                <a:ea typeface="Arial"/>
                <a:cs typeface="Arial"/>
              </a:defRPr>
            </a:lvl4pPr>
            <a:lvl5pPr algn="l">
              <a:defRPr sz="2100" b="0">
                <a:solidFill>
                  <a:srgbClr val="163B36"/>
                </a:solidFill>
                <a:latin typeface="Arial"/>
                <a:ea typeface="Arial"/>
                <a:cs typeface="Arial"/>
              </a:defRPr>
            </a:lvl5pPr>
            <a:lvl6pPr algn="l">
              <a:defRPr sz="2100" b="0">
                <a:solidFill>
                  <a:srgbClr val="163B36"/>
                </a:solidFill>
                <a:latin typeface="Arial"/>
                <a:ea typeface="Arial"/>
                <a:cs typeface="Arial"/>
              </a:defRPr>
            </a:lvl6pPr>
            <a:lvl7pPr algn="l">
              <a:defRPr sz="2100" b="0">
                <a:solidFill>
                  <a:srgbClr val="163B36"/>
                </a:solidFill>
                <a:latin typeface="Arial"/>
                <a:ea typeface="Arial"/>
                <a:cs typeface="Arial"/>
              </a:defRPr>
            </a:lvl7pPr>
            <a:lvl8pPr algn="l">
              <a:defRPr sz="2100" b="0">
                <a:solidFill>
                  <a:srgbClr val="163B36"/>
                </a:solidFill>
                <a:latin typeface="Arial"/>
                <a:ea typeface="Arial"/>
                <a:cs typeface="Arial"/>
              </a:defRPr>
            </a:lvl8pPr>
            <a:lvl9pPr algn="l">
              <a:defRPr sz="2100" b="0">
                <a:solidFill>
                  <a:srgbClr val="163B36"/>
                </a:solidFill>
                <a:latin typeface="Arial"/>
                <a:ea typeface="Arial"/>
                <a:cs typeface="Arial"/>
              </a:defRPr>
            </a:lvl9pPr>
          </a:lstStyle>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Contract_1.pdf</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Car financing agreement</a:t>
            </a:r>
          </a:p>
        </p:txBody>
      </p:sp>
      <p:sp>
        <p:nvSpPr>
          <p:cNvPr id="12" name="text-15">
            <a:extLst xmlns:a="http://schemas.openxmlformats.org/drawingml/2006/main">
              <a:ext uri="{FF2B5EF4-FFF2-40B4-BE49-F238E27FC236}">
                <a16:creationId xmlns:a16="http://schemas.microsoft.com/office/drawing/2014/main" id="{2541FBDE-CE4D-401F-988C-6590C03715A1}"/>
              </a:ext>
            </a:extLst>
          </p:cNvPr>
          <p:cNvSpPr>
            <a:spLocks xmlns:a="http://schemas.openxmlformats.org/drawingml/2006/main" noGrp="1"/>
          </p:cNvSpPr>
          <p:nvPr/>
        </p:nvSpPr>
        <p:spPr>
          <a:xfrm xmlns:a="http://schemas.openxmlformats.org/drawingml/2006/main">
            <a:off x="6334125" y="417195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B36"/>
                </a:solidFill>
                <a:latin typeface="Arial"/>
                <a:ea typeface="Arial"/>
                <a:cs typeface="Arial"/>
              </a:defRPr>
            </a:defPPr>
            <a:lvl1pPr algn="l">
              <a:defRPr sz="2100" b="0">
                <a:solidFill>
                  <a:srgbClr val="163B36"/>
                </a:solidFill>
                <a:latin typeface="Arial"/>
                <a:ea typeface="Arial"/>
                <a:cs typeface="Arial"/>
              </a:defRPr>
            </a:lvl1pPr>
            <a:lvl2pPr algn="l">
              <a:defRPr sz="2100" b="0">
                <a:solidFill>
                  <a:srgbClr val="163B36"/>
                </a:solidFill>
                <a:latin typeface="Arial"/>
                <a:ea typeface="Arial"/>
                <a:cs typeface="Arial"/>
              </a:defRPr>
            </a:lvl2pPr>
            <a:lvl3pPr algn="l">
              <a:defRPr sz="2100" b="0">
                <a:solidFill>
                  <a:srgbClr val="163B36"/>
                </a:solidFill>
                <a:latin typeface="Arial"/>
                <a:ea typeface="Arial"/>
                <a:cs typeface="Arial"/>
              </a:defRPr>
            </a:lvl3pPr>
            <a:lvl4pPr algn="l">
              <a:defRPr sz="2100" b="0">
                <a:solidFill>
                  <a:srgbClr val="163B36"/>
                </a:solidFill>
                <a:latin typeface="Arial"/>
                <a:ea typeface="Arial"/>
                <a:cs typeface="Arial"/>
              </a:defRPr>
            </a:lvl4pPr>
            <a:lvl5pPr algn="l">
              <a:defRPr sz="2100" b="0">
                <a:solidFill>
                  <a:srgbClr val="163B36"/>
                </a:solidFill>
                <a:latin typeface="Arial"/>
                <a:ea typeface="Arial"/>
                <a:cs typeface="Arial"/>
              </a:defRPr>
            </a:lvl5pPr>
            <a:lvl6pPr algn="l">
              <a:defRPr sz="2100" b="0">
                <a:solidFill>
                  <a:srgbClr val="163B36"/>
                </a:solidFill>
                <a:latin typeface="Arial"/>
                <a:ea typeface="Arial"/>
                <a:cs typeface="Arial"/>
              </a:defRPr>
            </a:lvl6pPr>
            <a:lvl7pPr algn="l">
              <a:defRPr sz="2100" b="0">
                <a:solidFill>
                  <a:srgbClr val="163B36"/>
                </a:solidFill>
                <a:latin typeface="Arial"/>
                <a:ea typeface="Arial"/>
                <a:cs typeface="Arial"/>
              </a:defRPr>
            </a:lvl7pPr>
            <a:lvl8pPr algn="l">
              <a:defRPr sz="2100" b="0">
                <a:solidFill>
                  <a:srgbClr val="163B36"/>
                </a:solidFill>
                <a:latin typeface="Arial"/>
                <a:ea typeface="Arial"/>
                <a:cs typeface="Arial"/>
              </a:defRPr>
            </a:lvl8pPr>
            <a:lvl9pPr algn="l">
              <a:defRPr sz="2100" b="0">
                <a:solidFill>
                  <a:srgbClr val="163B36"/>
                </a:solidFill>
                <a:latin typeface="Arial"/>
                <a:ea typeface="Arial"/>
                <a:cs typeface="Arial"/>
              </a:defRPr>
            </a:lvl9pPr>
          </a:lstStyle>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Contract_2.pdf</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Motorcycle financing agreement</a:t>
            </a:r>
          </a:p>
        </p:txBody>
      </p:sp>
      <p:sp>
        <p:nvSpPr>
          <p:cNvPr id="13" name="text-16">
            <a:extLst xmlns:a="http://schemas.openxmlformats.org/drawingml/2006/main">
              <a:ext uri="{FF2B5EF4-FFF2-40B4-BE49-F238E27FC236}">
                <a16:creationId xmlns:a16="http://schemas.microsoft.com/office/drawing/2014/main" id="{5B13EB94-66C7-4DEB-A702-F67A4D1CE8B9}"/>
              </a:ext>
            </a:extLst>
          </p:cNvPr>
          <p:cNvSpPr>
            <a:spLocks xmlns:a="http://schemas.openxmlformats.org/drawingml/2006/main" noGrp="1"/>
          </p:cNvSpPr>
          <p:nvPr/>
        </p:nvSpPr>
        <p:spPr>
          <a:xfrm xmlns:a="http://schemas.openxmlformats.org/drawingml/2006/main">
            <a:off x="609600" y="55245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C67"/>
                </a:solidFill>
                <a:latin typeface="Arial"/>
                <a:ea typeface="Arial"/>
                <a:cs typeface="Arial"/>
              </a:defRPr>
            </a:defPPr>
            <a:lvl1pPr algn="l">
              <a:defRPr sz="1875" b="0">
                <a:solidFill>
                  <a:srgbClr val="536C67"/>
                </a:solidFill>
                <a:latin typeface="Arial"/>
                <a:ea typeface="Arial"/>
                <a:cs typeface="Arial"/>
              </a:defRPr>
            </a:lvl1pPr>
            <a:lvl2pPr algn="l">
              <a:defRPr sz="1875" b="0">
                <a:solidFill>
                  <a:srgbClr val="536C67"/>
                </a:solidFill>
                <a:latin typeface="Arial"/>
                <a:ea typeface="Arial"/>
                <a:cs typeface="Arial"/>
              </a:defRPr>
            </a:lvl2pPr>
            <a:lvl3pPr algn="l">
              <a:defRPr sz="1875" b="0">
                <a:solidFill>
                  <a:srgbClr val="536C67"/>
                </a:solidFill>
                <a:latin typeface="Arial"/>
                <a:ea typeface="Arial"/>
                <a:cs typeface="Arial"/>
              </a:defRPr>
            </a:lvl3pPr>
            <a:lvl4pPr algn="l">
              <a:defRPr sz="1875" b="0">
                <a:solidFill>
                  <a:srgbClr val="536C67"/>
                </a:solidFill>
                <a:latin typeface="Arial"/>
                <a:ea typeface="Arial"/>
                <a:cs typeface="Arial"/>
              </a:defRPr>
            </a:lvl4pPr>
            <a:lvl5pPr algn="l">
              <a:defRPr sz="1875" b="0">
                <a:solidFill>
                  <a:srgbClr val="536C67"/>
                </a:solidFill>
                <a:latin typeface="Arial"/>
                <a:ea typeface="Arial"/>
                <a:cs typeface="Arial"/>
              </a:defRPr>
            </a:lvl5pPr>
            <a:lvl6pPr algn="l">
              <a:defRPr sz="1875" b="0">
                <a:solidFill>
                  <a:srgbClr val="536C67"/>
                </a:solidFill>
                <a:latin typeface="Arial"/>
                <a:ea typeface="Arial"/>
                <a:cs typeface="Arial"/>
              </a:defRPr>
            </a:lvl6pPr>
            <a:lvl7pPr algn="l">
              <a:defRPr sz="1875" b="0">
                <a:solidFill>
                  <a:srgbClr val="536C67"/>
                </a:solidFill>
                <a:latin typeface="Arial"/>
                <a:ea typeface="Arial"/>
                <a:cs typeface="Arial"/>
              </a:defRPr>
            </a:lvl7pPr>
            <a:lvl8pPr algn="l">
              <a:defRPr sz="1875" b="0">
                <a:solidFill>
                  <a:srgbClr val="536C67"/>
                </a:solidFill>
                <a:latin typeface="Arial"/>
                <a:ea typeface="Arial"/>
                <a:cs typeface="Arial"/>
              </a:defRPr>
            </a:lvl8pPr>
            <a:lvl9pPr algn="l">
              <a:defRPr sz="1875" b="0">
                <a:solidFill>
                  <a:srgbClr val="536C67"/>
                </a:solidFill>
                <a:latin typeface="Arial"/>
                <a:ea typeface="Arial"/>
                <a:cs typeface="Arial"/>
              </a:defRPr>
            </a:lvl9pPr>
          </a:lstStyle>
          <a:p xmlns:a="http://schemas.openxmlformats.org/drawingml/2006/main">
            <a:pPr algn="l">
              <a:defRPr sz="1875" b="0">
                <a:solidFill>
                  <a:srgbClr val="536C67"/>
                </a:solidFill>
                <a:latin typeface="Arial"/>
                <a:ea typeface="Arial"/>
                <a:cs typeface="Arial"/>
              </a:defRPr>
            </a:pPr>
            <a:r>
              <a:rPr sz="1875" b="0">
                <a:solidFill>
                  <a:srgbClr val="536C67"/>
                </a:solidFill>
                <a:latin typeface="Arial"/>
                <a:ea typeface="Arial"/>
                <a:cs typeface="Arial"/>
              </a:rPr>
              <a:t>Windows and Python 3.12.10 in a project virtual environment</a:t>
            </a:r>
          </a:p>
        </p:txBody>
      </p:sp>
    </p:spTree>
    <p:extLst>
      <p:ext uri="{BB962C8B-B14F-4D97-AF65-F5344CB8AC3E}">
        <p14:creationId xmlns:p14="http://schemas.microsoft.com/office/powerpoint/2010/main" val="20444320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D92F880A-E71A-49A0-91FE-7162953F162B}"/>
              </a:ext>
            </a:extLst>
          </p:cNvPr>
          <p:cNvCxnSpPr>
            <a:stCxn xmlns:a="http://schemas.openxmlformats.org/drawingml/2006/main" id="7" idx="3"/>
            <a:endCxn xmlns:a="http://schemas.openxmlformats.org/drawingml/2006/main" id="8" idx="1"/>
          </p:cNvCxnSpPr>
          <p:nvPr/>
        </p:nvCxnSpPr>
        <p:spPr>
          <a:xfrm xmlns:a="http://schemas.openxmlformats.org/drawingml/2006/main">
            <a:off x="9334500" y="2214563"/>
            <a:ext cx="19050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65A48F4F-555D-4B10-9AA3-264E6F6326D3}"/>
              </a:ext>
            </a:extLst>
          </p:cNvPr>
          <p:cNvCxnSpPr>
            <a:stCxn xmlns:a="http://schemas.openxmlformats.org/drawingml/2006/main" id="6" idx="3"/>
            <a:endCxn xmlns:a="http://schemas.openxmlformats.org/drawingml/2006/main" id="7" idx="1"/>
          </p:cNvCxnSpPr>
          <p:nvPr/>
        </p:nvCxnSpPr>
        <p:spPr>
          <a:xfrm xmlns:a="http://schemas.openxmlformats.org/drawingml/2006/main">
            <a:off x="7105650" y="2214563"/>
            <a:ext cx="19050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66D7CB87-30A7-4CE5-9A81-41F443ADACD5}"/>
              </a:ext>
            </a:extLst>
          </p:cNvPr>
          <p:cNvCxnSpPr>
            <a:stCxn xmlns:a="http://schemas.openxmlformats.org/drawingml/2006/main" id="5" idx="3"/>
            <a:endCxn xmlns:a="http://schemas.openxmlformats.org/drawingml/2006/main" id="6" idx="1"/>
          </p:cNvCxnSpPr>
          <p:nvPr/>
        </p:nvCxnSpPr>
        <p:spPr>
          <a:xfrm xmlns:a="http://schemas.openxmlformats.org/drawingml/2006/main">
            <a:off x="4876800" y="2214563"/>
            <a:ext cx="19050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5735AC75-5E24-4EF2-8208-8A9D9142845D}"/>
              </a:ext>
            </a:extLst>
          </p:cNvPr>
          <p:cNvCxnSpPr>
            <a:stCxn xmlns:a="http://schemas.openxmlformats.org/drawingml/2006/main" id="4" idx="3"/>
            <a:endCxn xmlns:a="http://schemas.openxmlformats.org/drawingml/2006/main" id="5" idx="1"/>
          </p:cNvCxnSpPr>
          <p:nvPr/>
        </p:nvCxnSpPr>
        <p:spPr>
          <a:xfrm xmlns:a="http://schemas.openxmlformats.org/drawingml/2006/main">
            <a:off x="2647950" y="2214563"/>
            <a:ext cx="19050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sp>
        <p:nvSpPr>
          <p:cNvPr id="18" name="slide-title">
            <a:extLst xmlns:a="http://schemas.openxmlformats.org/drawingml/2006/main">
              <a:ext uri="{FF2B5EF4-FFF2-40B4-BE49-F238E27FC236}">
                <a16:creationId xmlns:a16="http://schemas.microsoft.com/office/drawing/2014/main" id="{7395728A-56F5-4C36-946C-9DCC00CC1B2B}"/>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Document ingestion</a:t>
            </a:r>
          </a:p>
        </p:txBody>
      </p:sp>
      <p:sp>
        <p:nvSpPr>
          <p:cNvPr id="2" name="text-17">
            <a:extLst xmlns:a="http://schemas.openxmlformats.org/drawingml/2006/main">
              <a:ext uri="{FF2B5EF4-FFF2-40B4-BE49-F238E27FC236}">
                <a16:creationId xmlns:a16="http://schemas.microsoft.com/office/drawing/2014/main" id="{B07E199B-8B16-4605-82ED-A018CAB69919}"/>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Source: chunking manifest and upload manifest. This corpus fits one chunk per page.</a:t>
            </a:r>
          </a:p>
        </p:txBody>
      </p:sp>
      <p:sp>
        <p:nvSpPr>
          <p:cNvPr id="3" name="text-18">
            <a:extLst xmlns:a="http://schemas.openxmlformats.org/drawingml/2006/main">
              <a:ext uri="{FF2B5EF4-FFF2-40B4-BE49-F238E27FC236}">
                <a16:creationId xmlns:a16="http://schemas.microsoft.com/office/drawing/2014/main" id="{E7930C44-A717-4E41-9BD0-5B1285234B47}"/>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03</a:t>
            </a:r>
          </a:p>
        </p:txBody>
      </p:sp>
      <p:sp>
        <p:nvSpPr>
          <p:cNvPr id="4" name="node-19">
            <a:extLst xmlns:a="http://schemas.openxmlformats.org/drawingml/2006/main">
              <a:ext uri="{FF2B5EF4-FFF2-40B4-BE49-F238E27FC236}">
                <a16:creationId xmlns:a16="http://schemas.microsoft.com/office/drawing/2014/main" id="{E0F7A3FC-3034-4C11-B47E-14DDD4BEDF54}"/>
              </a:ext>
            </a:extLst>
          </p:cNvPr>
          <p:cNvSpPr>
            <a:spLocks xmlns:a="http://schemas.openxmlformats.org/drawingml/2006/main" noGrp="1"/>
          </p:cNvSpPr>
          <p:nvPr/>
        </p:nvSpPr>
        <p:spPr>
          <a:xfrm xmlns:a="http://schemas.openxmlformats.org/drawingml/2006/main">
            <a:off x="609600" y="1714500"/>
            <a:ext cx="2038350" cy="1000125"/>
          </a:xfrm>
          <a:prstGeom xmlns:a="http://schemas.openxmlformats.org/drawingml/2006/main" prst="roundRect">
            <a:avLst>
              <a:gd name="adj" fmla="val 9524"/>
            </a:avLst>
          </a:prstGeom>
          <a:solidFill xmlns:a="http://schemas.openxmlformats.org/drawingml/2006/main">
            <a:srgbClr val="EDF5F1"/>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PDF contracts</a:t>
            </a:r>
          </a:p>
        </p:txBody>
      </p:sp>
      <p:sp>
        <p:nvSpPr>
          <p:cNvPr id="5" name="node-20">
            <a:extLst xmlns:a="http://schemas.openxmlformats.org/drawingml/2006/main">
              <a:ext uri="{FF2B5EF4-FFF2-40B4-BE49-F238E27FC236}">
                <a16:creationId xmlns:a16="http://schemas.microsoft.com/office/drawing/2014/main" id="{9A2027E8-7590-4E10-A757-2F6315012C3E}"/>
              </a:ext>
            </a:extLst>
          </p:cNvPr>
          <p:cNvSpPr>
            <a:spLocks xmlns:a="http://schemas.openxmlformats.org/drawingml/2006/main" noGrp="1"/>
          </p:cNvSpPr>
          <p:nvPr/>
        </p:nvSpPr>
        <p:spPr>
          <a:xfrm xmlns:a="http://schemas.openxmlformats.org/drawingml/2006/main">
            <a:off x="2838450" y="1714500"/>
            <a:ext cx="2038350" cy="1000125"/>
          </a:xfrm>
          <a:prstGeom xmlns:a="http://schemas.openxmlformats.org/drawingml/2006/main" prst="roundRect">
            <a:avLst>
              <a:gd name="adj" fmla="val 9524"/>
            </a:avLst>
          </a:prstGeom>
          <a:solidFill xmlns:a="http://schemas.openxmlformats.org/drawingml/2006/main">
            <a:srgbClr val="EDF5F1"/>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Extract page text</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pypdf</a:t>
            </a:r>
          </a:p>
        </p:txBody>
      </p:sp>
      <p:sp>
        <p:nvSpPr>
          <p:cNvPr id="6" name="node-21">
            <a:extLst xmlns:a="http://schemas.openxmlformats.org/drawingml/2006/main">
              <a:ext uri="{FF2B5EF4-FFF2-40B4-BE49-F238E27FC236}">
                <a16:creationId xmlns:a16="http://schemas.microsoft.com/office/drawing/2014/main" id="{C90BC442-7609-4C6C-A15D-DEE31F9486B0}"/>
              </a:ext>
            </a:extLst>
          </p:cNvPr>
          <p:cNvSpPr>
            <a:spLocks xmlns:a="http://schemas.openxmlformats.org/drawingml/2006/main" noGrp="1"/>
          </p:cNvSpPr>
          <p:nvPr/>
        </p:nvSpPr>
        <p:spPr>
          <a:xfrm xmlns:a="http://schemas.openxmlformats.org/drawingml/2006/main">
            <a:off x="5067300" y="1714500"/>
            <a:ext cx="2038350" cy="1000125"/>
          </a:xfrm>
          <a:prstGeom xmlns:a="http://schemas.openxmlformats.org/drawingml/2006/main" prst="roundRect">
            <a:avLst>
              <a:gd name="adj" fmla="val 9524"/>
            </a:avLst>
          </a:prstGeom>
          <a:solidFill xmlns:a="http://schemas.openxmlformats.org/drawingml/2006/main">
            <a:srgbClr val="EDF5F1"/>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Split into chunks</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LangChain</a:t>
            </a:r>
          </a:p>
        </p:txBody>
      </p:sp>
      <p:sp>
        <p:nvSpPr>
          <p:cNvPr id="7" name="node-22">
            <a:extLst xmlns:a="http://schemas.openxmlformats.org/drawingml/2006/main">
              <a:ext uri="{FF2B5EF4-FFF2-40B4-BE49-F238E27FC236}">
                <a16:creationId xmlns:a16="http://schemas.microsoft.com/office/drawing/2014/main" id="{E74095AD-2522-4A6B-B297-621D21CFB055}"/>
              </a:ext>
            </a:extLst>
          </p:cNvPr>
          <p:cNvSpPr>
            <a:spLocks xmlns:a="http://schemas.openxmlformats.org/drawingml/2006/main" noGrp="1"/>
          </p:cNvSpPr>
          <p:nvPr/>
        </p:nvSpPr>
        <p:spPr>
          <a:xfrm xmlns:a="http://schemas.openxmlformats.org/drawingml/2006/main">
            <a:off x="7296150" y="1714500"/>
            <a:ext cx="2038350" cy="1000125"/>
          </a:xfrm>
          <a:prstGeom xmlns:a="http://schemas.openxmlformats.org/drawingml/2006/main" prst="roundRect">
            <a:avLst>
              <a:gd name="adj" fmla="val 9524"/>
            </a:avLst>
          </a:prstGeom>
          <a:solidFill xmlns:a="http://schemas.openxmlformats.org/drawingml/2006/main">
            <a:srgbClr val="EAF1FA"/>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Create embeddings</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OpenAI</a:t>
            </a:r>
          </a:p>
        </p:txBody>
      </p:sp>
      <p:sp>
        <p:nvSpPr>
          <p:cNvPr id="8" name="node-23">
            <a:extLst xmlns:a="http://schemas.openxmlformats.org/drawingml/2006/main">
              <a:ext uri="{FF2B5EF4-FFF2-40B4-BE49-F238E27FC236}">
                <a16:creationId xmlns:a16="http://schemas.microsoft.com/office/drawing/2014/main" id="{134E075B-A70B-4BCA-BB15-32A3308069FD}"/>
              </a:ext>
            </a:extLst>
          </p:cNvPr>
          <p:cNvSpPr>
            <a:spLocks xmlns:a="http://schemas.openxmlformats.org/drawingml/2006/main" noGrp="1"/>
          </p:cNvSpPr>
          <p:nvPr/>
        </p:nvSpPr>
        <p:spPr>
          <a:xfrm xmlns:a="http://schemas.openxmlformats.org/drawingml/2006/main">
            <a:off x="9525000" y="1714500"/>
            <a:ext cx="2038350" cy="1000125"/>
          </a:xfrm>
          <a:prstGeom xmlns:a="http://schemas.openxmlformats.org/drawingml/2006/main" prst="roundRect">
            <a:avLst>
              <a:gd name="adj" fmla="val 9524"/>
            </a:avLst>
          </a:prstGeom>
          <a:solidFill xmlns:a="http://schemas.openxmlformats.org/drawingml/2006/main">
            <a:srgbClr val="EDF5F1"/>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Store vectors</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Pinecone</a:t>
            </a:r>
          </a:p>
        </p:txBody>
      </p:sp>
      <p:sp>
        <p:nvSpPr>
          <p:cNvPr id="13" name="text-24">
            <a:extLst xmlns:a="http://schemas.openxmlformats.org/drawingml/2006/main">
              <a:ext uri="{FF2B5EF4-FFF2-40B4-BE49-F238E27FC236}">
                <a16:creationId xmlns:a16="http://schemas.microsoft.com/office/drawing/2014/main" id="{36EF0AB1-A49C-41A6-B9D2-F44263177F7C}"/>
              </a:ext>
            </a:extLst>
          </p:cNvPr>
          <p:cNvSpPr>
            <a:spLocks xmlns:a="http://schemas.openxmlformats.org/drawingml/2006/main" noGrp="1"/>
          </p:cNvSpPr>
          <p:nvPr/>
        </p:nvSpPr>
        <p:spPr>
          <a:xfrm xmlns:a="http://schemas.openxmlformats.org/drawingml/2006/main">
            <a:off x="609600" y="33337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Chunking configuration</a:t>
            </a:r>
          </a:p>
        </p:txBody>
      </p:sp>
      <p:sp>
        <p:nvSpPr>
          <p:cNvPr id="14" name="text-25">
            <a:extLst xmlns:a="http://schemas.openxmlformats.org/drawingml/2006/main">
              <a:ext uri="{FF2B5EF4-FFF2-40B4-BE49-F238E27FC236}">
                <a16:creationId xmlns:a16="http://schemas.microsoft.com/office/drawing/2014/main" id="{946A5B2F-7CF9-4B18-A615-03805699AB26}"/>
              </a:ext>
            </a:extLst>
          </p:cNvPr>
          <p:cNvSpPr>
            <a:spLocks xmlns:a="http://schemas.openxmlformats.org/drawingml/2006/main" noGrp="1"/>
          </p:cNvSpPr>
          <p:nvPr/>
        </p:nvSpPr>
        <p:spPr>
          <a:xfrm xmlns:a="http://schemas.openxmlformats.org/drawingml/2006/main">
            <a:off x="609600" y="3829050"/>
            <a:ext cx="485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63B36"/>
                </a:solidFill>
                <a:latin typeface="Arial"/>
                <a:ea typeface="Arial"/>
                <a:cs typeface="Arial"/>
              </a:defRPr>
            </a:defPPr>
            <a:lvl1pPr algn="l">
              <a:defRPr sz="2550" b="1">
                <a:solidFill>
                  <a:srgbClr val="163B36"/>
                </a:solidFill>
                <a:latin typeface="Arial"/>
                <a:ea typeface="Arial"/>
                <a:cs typeface="Arial"/>
              </a:defRPr>
            </a:lvl1pPr>
            <a:lvl2pPr algn="l">
              <a:defRPr sz="2550" b="1">
                <a:solidFill>
                  <a:srgbClr val="163B36"/>
                </a:solidFill>
                <a:latin typeface="Arial"/>
                <a:ea typeface="Arial"/>
                <a:cs typeface="Arial"/>
              </a:defRPr>
            </a:lvl2pPr>
            <a:lvl3pPr algn="l">
              <a:defRPr sz="2550" b="1">
                <a:solidFill>
                  <a:srgbClr val="163B36"/>
                </a:solidFill>
                <a:latin typeface="Arial"/>
                <a:ea typeface="Arial"/>
                <a:cs typeface="Arial"/>
              </a:defRPr>
            </a:lvl3pPr>
            <a:lvl4pPr algn="l">
              <a:defRPr sz="2550" b="1">
                <a:solidFill>
                  <a:srgbClr val="163B36"/>
                </a:solidFill>
                <a:latin typeface="Arial"/>
                <a:ea typeface="Arial"/>
                <a:cs typeface="Arial"/>
              </a:defRPr>
            </a:lvl4pPr>
            <a:lvl5pPr algn="l">
              <a:defRPr sz="2550" b="1">
                <a:solidFill>
                  <a:srgbClr val="163B36"/>
                </a:solidFill>
                <a:latin typeface="Arial"/>
                <a:ea typeface="Arial"/>
                <a:cs typeface="Arial"/>
              </a:defRPr>
            </a:lvl5pPr>
            <a:lvl6pPr algn="l">
              <a:defRPr sz="2550" b="1">
                <a:solidFill>
                  <a:srgbClr val="163B36"/>
                </a:solidFill>
                <a:latin typeface="Arial"/>
                <a:ea typeface="Arial"/>
                <a:cs typeface="Arial"/>
              </a:defRPr>
            </a:lvl6pPr>
            <a:lvl7pPr algn="l">
              <a:defRPr sz="2550" b="1">
                <a:solidFill>
                  <a:srgbClr val="163B36"/>
                </a:solidFill>
                <a:latin typeface="Arial"/>
                <a:ea typeface="Arial"/>
                <a:cs typeface="Arial"/>
              </a:defRPr>
            </a:lvl7pPr>
            <a:lvl8pPr algn="l">
              <a:defRPr sz="2550" b="1">
                <a:solidFill>
                  <a:srgbClr val="163B36"/>
                </a:solidFill>
                <a:latin typeface="Arial"/>
                <a:ea typeface="Arial"/>
                <a:cs typeface="Arial"/>
              </a:defRPr>
            </a:lvl8pPr>
            <a:lvl9pPr algn="l">
              <a:defRPr sz="2550" b="1">
                <a:solidFill>
                  <a:srgbClr val="163B36"/>
                </a:solidFill>
                <a:latin typeface="Arial"/>
                <a:ea typeface="Arial"/>
                <a:cs typeface="Arial"/>
              </a:defRPr>
            </a:lvl9pPr>
          </a:lstStyle>
          <a:p xmlns:a="http://schemas.openxmlformats.org/drawingml/2006/main">
            <a:pPr algn="l">
              <a:defRPr sz="2550" b="1">
                <a:solidFill>
                  <a:srgbClr val="163B36"/>
                </a:solidFill>
                <a:latin typeface="Arial"/>
                <a:ea typeface="Arial"/>
                <a:cs typeface="Arial"/>
              </a:defRPr>
            </a:pPr>
            <a:r>
              <a:rPr sz="2550" b="1">
                <a:solidFill>
                  <a:srgbClr val="163B36"/>
                </a:solidFill>
                <a:latin typeface="Arial"/>
                <a:ea typeface="Arial"/>
                <a:cs typeface="Arial"/>
              </a:rPr>
              <a:t>600-token limit</a:t>
            </a:r>
          </a:p>
          <a:p xmlns:a="http://schemas.openxmlformats.org/drawingml/2006/main">
            <a:pPr algn="l">
              <a:defRPr sz="2550" b="1">
                <a:solidFill>
                  <a:srgbClr val="163B36"/>
                </a:solidFill>
                <a:latin typeface="Arial"/>
                <a:ea typeface="Arial"/>
                <a:cs typeface="Arial"/>
              </a:defRPr>
            </a:pPr>
            <a:r>
              <a:rPr sz="2550" b="1">
                <a:solidFill>
                  <a:srgbClr val="163B36"/>
                </a:solidFill>
                <a:latin typeface="Arial"/>
                <a:ea typeface="Arial"/>
                <a:cs typeface="Arial"/>
              </a:rPr>
              <a:t>100-token target overlap</a:t>
            </a:r>
          </a:p>
        </p:txBody>
      </p:sp>
      <p:sp>
        <p:nvSpPr>
          <p:cNvPr id="15" name="text-26">
            <a:extLst xmlns:a="http://schemas.openxmlformats.org/drawingml/2006/main">
              <a:ext uri="{FF2B5EF4-FFF2-40B4-BE49-F238E27FC236}">
                <a16:creationId xmlns:a16="http://schemas.microsoft.com/office/drawing/2014/main" id="{3BBE3491-4604-4F11-88A6-C15F36226488}"/>
              </a:ext>
            </a:extLst>
          </p:cNvPr>
          <p:cNvSpPr>
            <a:spLocks xmlns:a="http://schemas.openxmlformats.org/drawingml/2006/main" noGrp="1"/>
          </p:cNvSpPr>
          <p:nvPr/>
        </p:nvSpPr>
        <p:spPr>
          <a:xfrm xmlns:a="http://schemas.openxmlformats.org/drawingml/2006/main">
            <a:off x="6334125" y="33337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Embedding configuration</a:t>
            </a:r>
          </a:p>
        </p:txBody>
      </p:sp>
      <p:sp>
        <p:nvSpPr>
          <p:cNvPr id="16" name="text-27">
            <a:extLst xmlns:a="http://schemas.openxmlformats.org/drawingml/2006/main">
              <a:ext uri="{FF2B5EF4-FFF2-40B4-BE49-F238E27FC236}">
                <a16:creationId xmlns:a16="http://schemas.microsoft.com/office/drawing/2014/main" id="{B6F03ECA-18D4-4593-AE5A-757FF96A917B}"/>
              </a:ext>
            </a:extLst>
          </p:cNvPr>
          <p:cNvSpPr>
            <a:spLocks xmlns:a="http://schemas.openxmlformats.org/drawingml/2006/main" noGrp="1"/>
          </p:cNvSpPr>
          <p:nvPr/>
        </p:nvSpPr>
        <p:spPr>
          <a:xfrm xmlns:a="http://schemas.openxmlformats.org/drawingml/2006/main">
            <a:off x="6334125" y="38290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63B36"/>
                </a:solidFill>
                <a:latin typeface="Arial"/>
                <a:ea typeface="Arial"/>
                <a:cs typeface="Arial"/>
              </a:defRPr>
            </a:defPPr>
            <a:lvl1pPr algn="l">
              <a:defRPr sz="2550" b="1">
                <a:solidFill>
                  <a:srgbClr val="163B36"/>
                </a:solidFill>
                <a:latin typeface="Arial"/>
                <a:ea typeface="Arial"/>
                <a:cs typeface="Arial"/>
              </a:defRPr>
            </a:lvl1pPr>
            <a:lvl2pPr algn="l">
              <a:defRPr sz="2550" b="1">
                <a:solidFill>
                  <a:srgbClr val="163B36"/>
                </a:solidFill>
                <a:latin typeface="Arial"/>
                <a:ea typeface="Arial"/>
                <a:cs typeface="Arial"/>
              </a:defRPr>
            </a:lvl2pPr>
            <a:lvl3pPr algn="l">
              <a:defRPr sz="2550" b="1">
                <a:solidFill>
                  <a:srgbClr val="163B36"/>
                </a:solidFill>
                <a:latin typeface="Arial"/>
                <a:ea typeface="Arial"/>
                <a:cs typeface="Arial"/>
              </a:defRPr>
            </a:lvl3pPr>
            <a:lvl4pPr algn="l">
              <a:defRPr sz="2550" b="1">
                <a:solidFill>
                  <a:srgbClr val="163B36"/>
                </a:solidFill>
                <a:latin typeface="Arial"/>
                <a:ea typeface="Arial"/>
                <a:cs typeface="Arial"/>
              </a:defRPr>
            </a:lvl4pPr>
            <a:lvl5pPr algn="l">
              <a:defRPr sz="2550" b="1">
                <a:solidFill>
                  <a:srgbClr val="163B36"/>
                </a:solidFill>
                <a:latin typeface="Arial"/>
                <a:ea typeface="Arial"/>
                <a:cs typeface="Arial"/>
              </a:defRPr>
            </a:lvl5pPr>
            <a:lvl6pPr algn="l">
              <a:defRPr sz="2550" b="1">
                <a:solidFill>
                  <a:srgbClr val="163B36"/>
                </a:solidFill>
                <a:latin typeface="Arial"/>
                <a:ea typeface="Arial"/>
                <a:cs typeface="Arial"/>
              </a:defRPr>
            </a:lvl6pPr>
            <a:lvl7pPr algn="l">
              <a:defRPr sz="2550" b="1">
                <a:solidFill>
                  <a:srgbClr val="163B36"/>
                </a:solidFill>
                <a:latin typeface="Arial"/>
                <a:ea typeface="Arial"/>
                <a:cs typeface="Arial"/>
              </a:defRPr>
            </a:lvl7pPr>
            <a:lvl8pPr algn="l">
              <a:defRPr sz="2550" b="1">
                <a:solidFill>
                  <a:srgbClr val="163B36"/>
                </a:solidFill>
                <a:latin typeface="Arial"/>
                <a:ea typeface="Arial"/>
                <a:cs typeface="Arial"/>
              </a:defRPr>
            </a:lvl8pPr>
            <a:lvl9pPr algn="l">
              <a:defRPr sz="2550" b="1">
                <a:solidFill>
                  <a:srgbClr val="163B36"/>
                </a:solidFill>
                <a:latin typeface="Arial"/>
                <a:ea typeface="Arial"/>
                <a:cs typeface="Arial"/>
              </a:defRPr>
            </a:lvl9pPr>
          </a:lstStyle>
          <a:p xmlns:a="http://schemas.openxmlformats.org/drawingml/2006/main">
            <a:pPr algn="l">
              <a:defRPr sz="2550" b="1">
                <a:solidFill>
                  <a:srgbClr val="163B36"/>
                </a:solidFill>
                <a:latin typeface="Arial"/>
                <a:ea typeface="Arial"/>
                <a:cs typeface="Arial"/>
              </a:defRPr>
            </a:pPr>
            <a:r>
              <a:rPr sz="2550" b="1">
                <a:solidFill>
                  <a:srgbClr val="163B36"/>
                </a:solidFill>
                <a:latin typeface="Arial"/>
                <a:ea typeface="Arial"/>
                <a:cs typeface="Arial"/>
              </a:rPr>
              <a:t>text-embedding-3-small</a:t>
            </a:r>
          </a:p>
          <a:p xmlns:a="http://schemas.openxmlformats.org/drawingml/2006/main">
            <a:pPr algn="l">
              <a:defRPr sz="2550" b="1">
                <a:solidFill>
                  <a:srgbClr val="163B36"/>
                </a:solidFill>
                <a:latin typeface="Arial"/>
                <a:ea typeface="Arial"/>
                <a:cs typeface="Arial"/>
              </a:defRPr>
            </a:pPr>
            <a:r>
              <a:rPr sz="2550" b="1">
                <a:solidFill>
                  <a:srgbClr val="163B36"/>
                </a:solidFill>
                <a:latin typeface="Arial"/>
                <a:ea typeface="Arial"/>
                <a:cs typeface="Arial"/>
              </a:rPr>
              <a:t>1,536 dimensions</a:t>
            </a:r>
          </a:p>
        </p:txBody>
      </p:sp>
      <p:sp>
        <p:nvSpPr>
          <p:cNvPr id="17" name="text-28">
            <a:extLst xmlns:a="http://schemas.openxmlformats.org/drawingml/2006/main">
              <a:ext uri="{FF2B5EF4-FFF2-40B4-BE49-F238E27FC236}">
                <a16:creationId xmlns:a16="http://schemas.microsoft.com/office/drawing/2014/main" id="{0515F482-3E3A-449A-9932-CE5245E05374}"/>
              </a:ext>
            </a:extLst>
          </p:cNvPr>
          <p:cNvSpPr>
            <a:spLocks xmlns:a="http://schemas.openxmlformats.org/drawingml/2006/main" noGrp="1"/>
          </p:cNvSpPr>
          <p:nvPr/>
        </p:nvSpPr>
        <p:spPr>
          <a:xfrm xmlns:a="http://schemas.openxmlformats.org/drawingml/2006/main">
            <a:off x="609600" y="52387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B36"/>
                </a:solidFill>
                <a:latin typeface="Arial"/>
                <a:ea typeface="Arial"/>
                <a:cs typeface="Arial"/>
              </a:defRPr>
            </a:defPPr>
            <a:lvl1pPr algn="l">
              <a:defRPr sz="1950" b="0">
                <a:solidFill>
                  <a:srgbClr val="163B36"/>
                </a:solidFill>
                <a:latin typeface="Arial"/>
                <a:ea typeface="Arial"/>
                <a:cs typeface="Arial"/>
              </a:defRPr>
            </a:lvl1pPr>
            <a:lvl2pPr algn="l">
              <a:defRPr sz="1950" b="0">
                <a:solidFill>
                  <a:srgbClr val="163B36"/>
                </a:solidFill>
                <a:latin typeface="Arial"/>
                <a:ea typeface="Arial"/>
                <a:cs typeface="Arial"/>
              </a:defRPr>
            </a:lvl2pPr>
            <a:lvl3pPr algn="l">
              <a:defRPr sz="1950" b="0">
                <a:solidFill>
                  <a:srgbClr val="163B36"/>
                </a:solidFill>
                <a:latin typeface="Arial"/>
                <a:ea typeface="Arial"/>
                <a:cs typeface="Arial"/>
              </a:defRPr>
            </a:lvl3pPr>
            <a:lvl4pPr algn="l">
              <a:defRPr sz="1950" b="0">
                <a:solidFill>
                  <a:srgbClr val="163B36"/>
                </a:solidFill>
                <a:latin typeface="Arial"/>
                <a:ea typeface="Arial"/>
                <a:cs typeface="Arial"/>
              </a:defRPr>
            </a:lvl4pPr>
            <a:lvl5pPr algn="l">
              <a:defRPr sz="1950" b="0">
                <a:solidFill>
                  <a:srgbClr val="163B36"/>
                </a:solidFill>
                <a:latin typeface="Arial"/>
                <a:ea typeface="Arial"/>
                <a:cs typeface="Arial"/>
              </a:defRPr>
            </a:lvl5pPr>
            <a:lvl6pPr algn="l">
              <a:defRPr sz="1950" b="0">
                <a:solidFill>
                  <a:srgbClr val="163B36"/>
                </a:solidFill>
                <a:latin typeface="Arial"/>
                <a:ea typeface="Arial"/>
                <a:cs typeface="Arial"/>
              </a:defRPr>
            </a:lvl6pPr>
            <a:lvl7pPr algn="l">
              <a:defRPr sz="1950" b="0">
                <a:solidFill>
                  <a:srgbClr val="163B36"/>
                </a:solidFill>
                <a:latin typeface="Arial"/>
                <a:ea typeface="Arial"/>
                <a:cs typeface="Arial"/>
              </a:defRPr>
            </a:lvl7pPr>
            <a:lvl8pPr algn="l">
              <a:defRPr sz="1950" b="0">
                <a:solidFill>
                  <a:srgbClr val="163B36"/>
                </a:solidFill>
                <a:latin typeface="Arial"/>
                <a:ea typeface="Arial"/>
                <a:cs typeface="Arial"/>
              </a:defRPr>
            </a:lvl8pPr>
            <a:lvl9pPr algn="l">
              <a:defRPr sz="1950" b="0">
                <a:solidFill>
                  <a:srgbClr val="163B36"/>
                </a:solidFill>
                <a:latin typeface="Arial"/>
                <a:ea typeface="Arial"/>
                <a:cs typeface="Arial"/>
              </a:defRPr>
            </a:lvl9pPr>
          </a:lstStyle>
          <a:p xmlns:a="http://schemas.openxmlformats.org/drawingml/2006/main">
            <a:pPr algn="l">
              <a:defRPr sz="1950" b="0">
                <a:solidFill>
                  <a:srgbClr val="163B36"/>
                </a:solidFill>
                <a:latin typeface="Arial"/>
                <a:ea typeface="Arial"/>
                <a:cs typeface="Arial"/>
              </a:defRPr>
            </a:pPr>
            <a:r>
              <a:rPr sz="1950" b="0">
                <a:solidFill>
                  <a:srgbClr val="163B36"/>
                </a:solidFill>
                <a:latin typeface="Arial"/>
                <a:ea typeface="Arial"/>
                <a:cs typeface="Arial"/>
              </a:rPr>
              <a:t>Separate document and page boundaries preserve citation locations.</a:t>
            </a:r>
          </a:p>
          <a:p xmlns:a="http://schemas.openxmlformats.org/drawingml/2006/main">
            <a:pPr algn="l">
              <a:defRPr sz="1950" b="0">
                <a:solidFill>
                  <a:srgbClr val="163B36"/>
                </a:solidFill>
                <a:latin typeface="Arial"/>
                <a:ea typeface="Arial"/>
                <a:cs typeface="Arial"/>
              </a:defRPr>
            </a:pPr>
            <a:r>
              <a:rPr sz="1950" b="0">
                <a:solidFill>
                  <a:srgbClr val="163B36"/>
                </a:solidFill>
                <a:latin typeface="Arial"/>
                <a:ea typeface="Arial"/>
                <a:cs typeface="Arial"/>
              </a:rPr>
              <a:t>Each stored chunk includes a filename, PDF page and chunk ID.</a:t>
            </a:r>
          </a:p>
        </p:txBody>
      </p:sp>
    </p:spTree>
    <p:extLst>
      <p:ext uri="{BB962C8B-B14F-4D97-AF65-F5344CB8AC3E}">
        <p14:creationId xmlns:p14="http://schemas.microsoft.com/office/powerpoint/2010/main" val="680618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457A7801-05D1-498A-ADFB-ED6DC005E6A5}"/>
              </a:ext>
            </a:extLst>
          </p:cNvPr>
          <p:cNvCxnSpPr>
            <a:stCxn xmlns:a="http://schemas.openxmlformats.org/drawingml/2006/main" id="7" idx="2"/>
            <a:endCxn xmlns:a="http://schemas.openxmlformats.org/drawingml/2006/main" id="13" idx="0"/>
          </p:cNvCxnSpPr>
          <p:nvPr/>
        </p:nvCxnSpPr>
        <p:spPr>
          <a:xfrm xmlns:a="http://schemas.openxmlformats.org/drawingml/2006/main" flipH="1">
            <a:off x="9715500" y="2714625"/>
            <a:ext cx="604838" cy="1476375"/>
          </a:xfrm>
          <a:prstGeom xmlns:a="http://schemas.openxmlformats.org/drawingml/2006/main" prst="bentConnector4">
            <a:avLst>
              <a:gd name="adj1" fmla="val 0"/>
              <a:gd name="adj2" fmla="val 50000"/>
            </a:avLst>
          </a:prstGeom>
          <a:ln xmlns:a="http://schemas.openxmlformats.org/drawingml/2006/main" w="19050">
            <a:solidFill>
              <a:srgbClr val="536C67"/>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F0E84634-E3CC-4F3C-A815-9740682F4F0D}"/>
              </a:ext>
            </a:extLst>
          </p:cNvPr>
          <p:cNvCxnSpPr>
            <a:stCxn xmlns:a="http://schemas.openxmlformats.org/drawingml/2006/main" id="7" idx="2"/>
            <a:endCxn xmlns:a="http://schemas.openxmlformats.org/drawingml/2006/main" id="12" idx="0"/>
          </p:cNvCxnSpPr>
          <p:nvPr/>
        </p:nvCxnSpPr>
        <p:spPr>
          <a:xfrm xmlns:a="http://schemas.openxmlformats.org/drawingml/2006/main" flipH="1">
            <a:off x="6096000" y="2714625"/>
            <a:ext cx="4224338" cy="1476375"/>
          </a:xfrm>
          <a:prstGeom xmlns:a="http://schemas.openxmlformats.org/drawingml/2006/main" prst="bentConnector4">
            <a:avLst>
              <a:gd name="adj1" fmla="val 0"/>
              <a:gd name="adj2" fmla="val 50000"/>
            </a:avLst>
          </a:prstGeom>
          <a:ln xmlns:a="http://schemas.openxmlformats.org/drawingml/2006/main" w="19050">
            <a:solidFill>
              <a:srgbClr val="536C67"/>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2D609F30-E0B5-44CF-A9E5-7DD74BA52D2D}"/>
              </a:ext>
            </a:extLst>
          </p:cNvPr>
          <p:cNvCxnSpPr>
            <a:stCxn xmlns:a="http://schemas.openxmlformats.org/drawingml/2006/main" id="7" idx="2"/>
            <a:endCxn xmlns:a="http://schemas.openxmlformats.org/drawingml/2006/main" id="11" idx="0"/>
          </p:cNvCxnSpPr>
          <p:nvPr/>
        </p:nvCxnSpPr>
        <p:spPr>
          <a:xfrm xmlns:a="http://schemas.openxmlformats.org/drawingml/2006/main" flipH="1">
            <a:off x="2476500" y="2714625"/>
            <a:ext cx="7843838" cy="1476375"/>
          </a:xfrm>
          <a:prstGeom xmlns:a="http://schemas.openxmlformats.org/drawingml/2006/main" prst="bentConnector4">
            <a:avLst>
              <a:gd name="adj1" fmla="val 0"/>
              <a:gd name="adj2" fmla="val 50000"/>
            </a:avLst>
          </a:prstGeom>
          <a:ln xmlns:a="http://schemas.openxmlformats.org/drawingml/2006/main" w="19050">
            <a:solidFill>
              <a:srgbClr val="536C67"/>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83BE527C-6433-4FC9-950A-FAC5520B118D}"/>
              </a:ext>
            </a:extLst>
          </p:cNvPr>
          <p:cNvCxnSpPr>
            <a:stCxn xmlns:a="http://schemas.openxmlformats.org/drawingml/2006/main" id="6" idx="3"/>
            <a:endCxn xmlns:a="http://schemas.openxmlformats.org/drawingml/2006/main" id="7" idx="1"/>
          </p:cNvCxnSpPr>
          <p:nvPr/>
        </p:nvCxnSpPr>
        <p:spPr>
          <a:xfrm xmlns:a="http://schemas.openxmlformats.org/drawingml/2006/main">
            <a:off x="8639175" y="2166938"/>
            <a:ext cx="51435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0E220CC0-28E3-4C6C-80E4-3DCC295F277E}"/>
              </a:ext>
            </a:extLst>
          </p:cNvPr>
          <p:cNvCxnSpPr>
            <a:stCxn xmlns:a="http://schemas.openxmlformats.org/drawingml/2006/main" id="5" idx="3"/>
            <a:endCxn xmlns:a="http://schemas.openxmlformats.org/drawingml/2006/main" id="6" idx="1"/>
          </p:cNvCxnSpPr>
          <p:nvPr/>
        </p:nvCxnSpPr>
        <p:spPr>
          <a:xfrm xmlns:a="http://schemas.openxmlformats.org/drawingml/2006/main">
            <a:off x="5791200" y="2166938"/>
            <a:ext cx="51435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2AFB344B-1FF0-4240-A11E-5C2C71BE30B1}"/>
              </a:ext>
            </a:extLst>
          </p:cNvPr>
          <p:cNvCxnSpPr>
            <a:stCxn xmlns:a="http://schemas.openxmlformats.org/drawingml/2006/main" id="4" idx="3"/>
            <a:endCxn xmlns:a="http://schemas.openxmlformats.org/drawingml/2006/main" id="5" idx="1"/>
          </p:cNvCxnSpPr>
          <p:nvPr/>
        </p:nvCxnSpPr>
        <p:spPr>
          <a:xfrm xmlns:a="http://schemas.openxmlformats.org/drawingml/2006/main">
            <a:off x="2943225" y="2166938"/>
            <a:ext cx="51435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sp>
        <p:nvSpPr>
          <p:cNvPr id="18" name="slide-title">
            <a:extLst xmlns:a="http://schemas.openxmlformats.org/drawingml/2006/main">
              <a:ext uri="{FF2B5EF4-FFF2-40B4-BE49-F238E27FC236}">
                <a16:creationId xmlns:a16="http://schemas.microsoft.com/office/drawing/2014/main" id="{66B94B58-2248-4B90-8063-AAECFACEEDDD}"/>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Question retrieval and routing</a:t>
            </a:r>
          </a:p>
        </p:txBody>
      </p:sp>
      <p:sp>
        <p:nvSpPr>
          <p:cNvPr id="2" name="text-29">
            <a:extLst xmlns:a="http://schemas.openxmlformats.org/drawingml/2006/main">
              <a:ext uri="{FF2B5EF4-FFF2-40B4-BE49-F238E27FC236}">
                <a16:creationId xmlns:a16="http://schemas.microsoft.com/office/drawing/2014/main" id="{616CDAED-4744-45FB-806F-9DFF5EF35D14}"/>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Current LangGraph workflow. Full architecture diagram appears in the appendix.</a:t>
            </a:r>
          </a:p>
        </p:txBody>
      </p:sp>
      <p:sp>
        <p:nvSpPr>
          <p:cNvPr id="3" name="text-30">
            <a:extLst xmlns:a="http://schemas.openxmlformats.org/drawingml/2006/main">
              <a:ext uri="{FF2B5EF4-FFF2-40B4-BE49-F238E27FC236}">
                <a16:creationId xmlns:a16="http://schemas.microsoft.com/office/drawing/2014/main" id="{FEC4F7D3-C274-44BD-A12B-160BEE40B032}"/>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04</a:t>
            </a:r>
          </a:p>
        </p:txBody>
      </p:sp>
      <p:sp>
        <p:nvSpPr>
          <p:cNvPr id="4" name="node-31">
            <a:extLst xmlns:a="http://schemas.openxmlformats.org/drawingml/2006/main">
              <a:ext uri="{FF2B5EF4-FFF2-40B4-BE49-F238E27FC236}">
                <a16:creationId xmlns:a16="http://schemas.microsoft.com/office/drawing/2014/main" id="{CA055D36-9FD1-4977-92F1-78F392AF0DC8}"/>
              </a:ext>
            </a:extLst>
          </p:cNvPr>
          <p:cNvSpPr>
            <a:spLocks xmlns:a="http://schemas.openxmlformats.org/drawingml/2006/main" noGrp="1"/>
          </p:cNvSpPr>
          <p:nvPr/>
        </p:nvSpPr>
        <p:spPr>
          <a:xfrm xmlns:a="http://schemas.openxmlformats.org/drawingml/2006/main">
            <a:off x="609600" y="1619250"/>
            <a:ext cx="2333625" cy="1095375"/>
          </a:xfrm>
          <a:prstGeom xmlns:a="http://schemas.openxmlformats.org/drawingml/2006/main" prst="roundRect">
            <a:avLst>
              <a:gd name="adj" fmla="val 8696"/>
            </a:avLst>
          </a:prstGeom>
          <a:solidFill xmlns:a="http://schemas.openxmlformats.org/drawingml/2006/main">
            <a:srgbClr val="EDF5F1"/>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Question and</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contract scope</a:t>
            </a:r>
          </a:p>
        </p:txBody>
      </p:sp>
      <p:sp>
        <p:nvSpPr>
          <p:cNvPr id="5" name="node-32">
            <a:extLst xmlns:a="http://schemas.openxmlformats.org/drawingml/2006/main">
              <a:ext uri="{FF2B5EF4-FFF2-40B4-BE49-F238E27FC236}">
                <a16:creationId xmlns:a16="http://schemas.microsoft.com/office/drawing/2014/main" id="{055A0D4F-DD2D-4E91-9D8C-C300D6B06FE9}"/>
              </a:ext>
            </a:extLst>
          </p:cNvPr>
          <p:cNvSpPr>
            <a:spLocks xmlns:a="http://schemas.openxmlformats.org/drawingml/2006/main" noGrp="1"/>
          </p:cNvSpPr>
          <p:nvPr/>
        </p:nvSpPr>
        <p:spPr>
          <a:xfrm xmlns:a="http://schemas.openxmlformats.org/drawingml/2006/main">
            <a:off x="3457575" y="1619250"/>
            <a:ext cx="2333625" cy="1095375"/>
          </a:xfrm>
          <a:prstGeom xmlns:a="http://schemas.openxmlformats.org/drawingml/2006/main" prst="roundRect">
            <a:avLst>
              <a:gd name="adj" fmla="val 8696"/>
            </a:avLst>
          </a:prstGeom>
          <a:solidFill xmlns:a="http://schemas.openxmlformats.org/drawingml/2006/main">
            <a:srgbClr val="EAF1FA"/>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Embed the</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question</a:t>
            </a:r>
          </a:p>
        </p:txBody>
      </p:sp>
      <p:sp>
        <p:nvSpPr>
          <p:cNvPr id="6" name="node-33">
            <a:extLst xmlns:a="http://schemas.openxmlformats.org/drawingml/2006/main">
              <a:ext uri="{FF2B5EF4-FFF2-40B4-BE49-F238E27FC236}">
                <a16:creationId xmlns:a16="http://schemas.microsoft.com/office/drawing/2014/main" id="{0C89E3FB-8F7B-4787-A038-F648A8DD316E}"/>
              </a:ext>
            </a:extLst>
          </p:cNvPr>
          <p:cNvSpPr>
            <a:spLocks xmlns:a="http://schemas.openxmlformats.org/drawingml/2006/main" noGrp="1"/>
          </p:cNvSpPr>
          <p:nvPr/>
        </p:nvSpPr>
        <p:spPr>
          <a:xfrm xmlns:a="http://schemas.openxmlformats.org/drawingml/2006/main">
            <a:off x="6305550" y="1619250"/>
            <a:ext cx="2333625" cy="1095375"/>
          </a:xfrm>
          <a:prstGeom xmlns:a="http://schemas.openxmlformats.org/drawingml/2006/main" prst="roundRect">
            <a:avLst>
              <a:gd name="adj" fmla="val 8696"/>
            </a:avLst>
          </a:prstGeom>
          <a:solidFill xmlns:a="http://schemas.openxmlformats.org/drawingml/2006/main">
            <a:srgbClr val="EDF5F1"/>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Pinecone</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cosine search</a:t>
            </a:r>
          </a:p>
        </p:txBody>
      </p:sp>
      <p:sp>
        <p:nvSpPr>
          <p:cNvPr id="7" name="node-34">
            <a:extLst xmlns:a="http://schemas.openxmlformats.org/drawingml/2006/main">
              <a:ext uri="{FF2B5EF4-FFF2-40B4-BE49-F238E27FC236}">
                <a16:creationId xmlns:a16="http://schemas.microsoft.com/office/drawing/2014/main" id="{AE20ADE0-B309-4A68-87C7-7CE5AED7CCA6}"/>
              </a:ext>
            </a:extLst>
          </p:cNvPr>
          <p:cNvSpPr>
            <a:spLocks xmlns:a="http://schemas.openxmlformats.org/drawingml/2006/main" noGrp="1"/>
          </p:cNvSpPr>
          <p:nvPr/>
        </p:nvSpPr>
        <p:spPr>
          <a:xfrm xmlns:a="http://schemas.openxmlformats.org/drawingml/2006/main">
            <a:off x="9153525" y="1619250"/>
            <a:ext cx="2333625" cy="1095375"/>
          </a:xfrm>
          <a:prstGeom xmlns:a="http://schemas.openxmlformats.org/drawingml/2006/main" prst="roundRect">
            <a:avLst>
              <a:gd name="adj" fmla="val 8696"/>
            </a:avLst>
          </a:prstGeom>
          <a:solidFill xmlns:a="http://schemas.openxmlformats.org/drawingml/2006/main">
            <a:srgbClr val="FFF2D4"/>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Verify evidence</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and route</a:t>
            </a:r>
          </a:p>
        </p:txBody>
      </p:sp>
      <p:sp>
        <p:nvSpPr>
          <p:cNvPr id="11" name="node-35">
            <a:extLst xmlns:a="http://schemas.openxmlformats.org/drawingml/2006/main">
              <a:ext uri="{FF2B5EF4-FFF2-40B4-BE49-F238E27FC236}">
                <a16:creationId xmlns:a16="http://schemas.microsoft.com/office/drawing/2014/main" id="{D085AF1E-9FEB-4C85-8A81-7797BF160BC5}"/>
              </a:ext>
            </a:extLst>
          </p:cNvPr>
          <p:cNvSpPr>
            <a:spLocks xmlns:a="http://schemas.openxmlformats.org/drawingml/2006/main" noGrp="1"/>
          </p:cNvSpPr>
          <p:nvPr/>
        </p:nvSpPr>
        <p:spPr>
          <a:xfrm xmlns:a="http://schemas.openxmlformats.org/drawingml/2006/main">
            <a:off x="952500" y="4191000"/>
            <a:ext cx="3048000" cy="1095375"/>
          </a:xfrm>
          <a:prstGeom xmlns:a="http://schemas.openxmlformats.org/drawingml/2006/main" prst="roundRect">
            <a:avLst>
              <a:gd name="adj" fmla="val 8696"/>
            </a:avLst>
          </a:prstGeom>
          <a:solidFill xmlns:a="http://schemas.openxmlformats.org/drawingml/2006/main">
            <a:srgbClr val="FFF2D4"/>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Needs clarification</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Ask a focused question</a:t>
            </a:r>
          </a:p>
        </p:txBody>
      </p:sp>
      <p:sp>
        <p:nvSpPr>
          <p:cNvPr id="12" name="node-36">
            <a:extLst xmlns:a="http://schemas.openxmlformats.org/drawingml/2006/main">
              <a:ext uri="{FF2B5EF4-FFF2-40B4-BE49-F238E27FC236}">
                <a16:creationId xmlns:a16="http://schemas.microsoft.com/office/drawing/2014/main" id="{888351F3-E20E-46D0-83C5-9C52F0E8E44D}"/>
              </a:ext>
            </a:extLst>
          </p:cNvPr>
          <p:cNvSpPr>
            <a:spLocks xmlns:a="http://schemas.openxmlformats.org/drawingml/2006/main" noGrp="1"/>
          </p:cNvSpPr>
          <p:nvPr/>
        </p:nvSpPr>
        <p:spPr>
          <a:xfrm xmlns:a="http://schemas.openxmlformats.org/drawingml/2006/main">
            <a:off x="4572000" y="4191000"/>
            <a:ext cx="3048000" cy="1095375"/>
          </a:xfrm>
          <a:prstGeom xmlns:a="http://schemas.openxmlformats.org/drawingml/2006/main" prst="roundRect">
            <a:avLst>
              <a:gd name="adj" fmla="val 8696"/>
            </a:avLst>
          </a:prstGeom>
          <a:solidFill xmlns:a="http://schemas.openxmlformats.org/drawingml/2006/main">
            <a:srgbClr val="FFF2D4"/>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Insufficient evidence</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No answer generation</a:t>
            </a:r>
          </a:p>
        </p:txBody>
      </p:sp>
      <p:sp>
        <p:nvSpPr>
          <p:cNvPr id="13" name="node-37">
            <a:extLst xmlns:a="http://schemas.openxmlformats.org/drawingml/2006/main">
              <a:ext uri="{FF2B5EF4-FFF2-40B4-BE49-F238E27FC236}">
                <a16:creationId xmlns:a16="http://schemas.microsoft.com/office/drawing/2014/main" id="{70D80BE0-5DBD-451D-8828-D7A0084BBF94}"/>
              </a:ext>
            </a:extLst>
          </p:cNvPr>
          <p:cNvSpPr>
            <a:spLocks xmlns:a="http://schemas.openxmlformats.org/drawingml/2006/main" noGrp="1"/>
          </p:cNvSpPr>
          <p:nvPr/>
        </p:nvSpPr>
        <p:spPr>
          <a:xfrm xmlns:a="http://schemas.openxmlformats.org/drawingml/2006/main">
            <a:off x="8191500" y="4191000"/>
            <a:ext cx="3048000" cy="1095375"/>
          </a:xfrm>
          <a:prstGeom xmlns:a="http://schemas.openxmlformats.org/drawingml/2006/main" prst="roundRect">
            <a:avLst>
              <a:gd name="adj" fmla="val 8696"/>
            </a:avLst>
          </a:prstGeom>
          <a:solidFill xmlns:a="http://schemas.openxmlformats.org/drawingml/2006/main">
            <a:srgbClr val="EAF1FA"/>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Ready to answer</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Generate cited claims</a:t>
            </a:r>
          </a:p>
        </p:txBody>
      </p:sp>
      <p:sp>
        <p:nvSpPr>
          <p:cNvPr id="17" name="text-38">
            <a:extLst xmlns:a="http://schemas.openxmlformats.org/drawingml/2006/main">
              <a:ext uri="{FF2B5EF4-FFF2-40B4-BE49-F238E27FC236}">
                <a16:creationId xmlns:a16="http://schemas.microsoft.com/office/drawing/2014/main" id="{5219364C-12B1-4BD1-ADDD-ECFE23C1BD40}"/>
              </a:ext>
            </a:extLst>
          </p:cNvPr>
          <p:cNvSpPr>
            <a:spLocks xmlns:a="http://schemas.openxmlformats.org/drawingml/2006/main" noGrp="1"/>
          </p:cNvSpPr>
          <p:nvPr/>
        </p:nvSpPr>
        <p:spPr>
          <a:xfrm xmlns:a="http://schemas.openxmlformats.org/drawingml/2006/main">
            <a:off x="609600" y="5619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63B36"/>
                </a:solidFill>
                <a:latin typeface="Arial"/>
                <a:ea typeface="Arial"/>
                <a:cs typeface="Arial"/>
              </a:defRPr>
            </a:defPPr>
            <a:lvl1pPr algn="l">
              <a:defRPr sz="1800" b="0">
                <a:solidFill>
                  <a:srgbClr val="163B36"/>
                </a:solidFill>
                <a:latin typeface="Arial"/>
                <a:ea typeface="Arial"/>
                <a:cs typeface="Arial"/>
              </a:defRPr>
            </a:lvl1pPr>
            <a:lvl2pPr algn="l">
              <a:defRPr sz="1800" b="0">
                <a:solidFill>
                  <a:srgbClr val="163B36"/>
                </a:solidFill>
                <a:latin typeface="Arial"/>
                <a:ea typeface="Arial"/>
                <a:cs typeface="Arial"/>
              </a:defRPr>
            </a:lvl2pPr>
            <a:lvl3pPr algn="l">
              <a:defRPr sz="1800" b="0">
                <a:solidFill>
                  <a:srgbClr val="163B36"/>
                </a:solidFill>
                <a:latin typeface="Arial"/>
                <a:ea typeface="Arial"/>
                <a:cs typeface="Arial"/>
              </a:defRPr>
            </a:lvl3pPr>
            <a:lvl4pPr algn="l">
              <a:defRPr sz="1800" b="0">
                <a:solidFill>
                  <a:srgbClr val="163B36"/>
                </a:solidFill>
                <a:latin typeface="Arial"/>
                <a:ea typeface="Arial"/>
                <a:cs typeface="Arial"/>
              </a:defRPr>
            </a:lvl4pPr>
            <a:lvl5pPr algn="l">
              <a:defRPr sz="1800" b="0">
                <a:solidFill>
                  <a:srgbClr val="163B36"/>
                </a:solidFill>
                <a:latin typeface="Arial"/>
                <a:ea typeface="Arial"/>
                <a:cs typeface="Arial"/>
              </a:defRPr>
            </a:lvl5pPr>
            <a:lvl6pPr algn="l">
              <a:defRPr sz="1800" b="0">
                <a:solidFill>
                  <a:srgbClr val="163B36"/>
                </a:solidFill>
                <a:latin typeface="Arial"/>
                <a:ea typeface="Arial"/>
                <a:cs typeface="Arial"/>
              </a:defRPr>
            </a:lvl6pPr>
            <a:lvl7pPr algn="l">
              <a:defRPr sz="1800" b="0">
                <a:solidFill>
                  <a:srgbClr val="163B36"/>
                </a:solidFill>
                <a:latin typeface="Arial"/>
                <a:ea typeface="Arial"/>
                <a:cs typeface="Arial"/>
              </a:defRPr>
            </a:lvl7pPr>
            <a:lvl8pPr algn="l">
              <a:defRPr sz="1800" b="0">
                <a:solidFill>
                  <a:srgbClr val="163B36"/>
                </a:solidFill>
                <a:latin typeface="Arial"/>
                <a:ea typeface="Arial"/>
                <a:cs typeface="Arial"/>
              </a:defRPr>
            </a:lvl8pPr>
            <a:lvl9pPr algn="l">
              <a:defRPr sz="1800" b="0">
                <a:solidFill>
                  <a:srgbClr val="163B36"/>
                </a:solidFill>
                <a:latin typeface="Arial"/>
                <a:ea typeface="Arial"/>
                <a:cs typeface="Arial"/>
              </a:defRPr>
            </a:lvl9pPr>
          </a:lstStyle>
          <a:p xmlns:a="http://schemas.openxmlformats.org/drawingml/2006/main">
            <a:pPr algn="l">
              <a:defRPr sz="1800" b="0">
                <a:solidFill>
                  <a:srgbClr val="163B36"/>
                </a:solidFill>
                <a:latin typeface="Arial"/>
                <a:ea typeface="Arial"/>
                <a:cs typeface="Arial"/>
              </a:defRPr>
            </a:pPr>
            <a:r>
              <a:rPr sz="1800" b="0">
                <a:solidFill>
                  <a:srgbClr val="163B36"/>
                </a:solidFill>
                <a:latin typeface="Arial"/>
                <a:ea typeface="Arial"/>
                <a:cs typeface="Arial"/>
              </a:rPr>
              <a:t>Named contracts receive separate filtered searches.</a:t>
            </a:r>
          </a:p>
          <a:p xmlns:a="http://schemas.openxmlformats.org/drawingml/2006/main">
            <a:pPr algn="l">
              <a:defRPr sz="1800" b="0">
                <a:solidFill>
                  <a:srgbClr val="163B36"/>
                </a:solidFill>
                <a:latin typeface="Arial"/>
                <a:ea typeface="Arial"/>
                <a:cs typeface="Arial"/>
              </a:defRPr>
            </a:pPr>
            <a:r>
              <a:rPr sz="1800" b="0">
                <a:solidFill>
                  <a:srgbClr val="163B36"/>
                </a:solidFill>
                <a:latin typeface="Arial"/>
                <a:ea typeface="Arial"/>
                <a:cs typeface="Arial"/>
              </a:rPr>
              <a:t>Default k = 5 per requested contract, or 5 globally.</a:t>
            </a:r>
          </a:p>
        </p:txBody>
      </p:sp>
    </p:spTree>
    <p:extLst>
      <p:ext uri="{BB962C8B-B14F-4D97-AF65-F5344CB8AC3E}">
        <p14:creationId xmlns:p14="http://schemas.microsoft.com/office/powerpoint/2010/main" val="5506277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F247DB7-5E39-45AF-83F0-06877B51862E}"/>
              </a:ext>
            </a:extLst>
          </p:cNvPr>
          <p:cNvCxnSpPr>
            <a:stCxn xmlns:a="http://schemas.openxmlformats.org/drawingml/2006/main" id="6" idx="2"/>
            <a:endCxn xmlns:a="http://schemas.openxmlformats.org/drawingml/2006/main" id="11" idx="0"/>
          </p:cNvCxnSpPr>
          <p:nvPr/>
        </p:nvCxnSpPr>
        <p:spPr>
          <a:xfrm xmlns:a="http://schemas.openxmlformats.org/drawingml/2006/main" flipH="1">
            <a:off x="6096000" y="3048000"/>
            <a:ext cx="1376363" cy="1381125"/>
          </a:xfrm>
          <a:prstGeom xmlns:a="http://schemas.openxmlformats.org/drawingml/2006/main" prst="bentConnector4">
            <a:avLst>
              <a:gd name="adj1" fmla="val 0"/>
              <a:gd name="adj2" fmla="val 50000"/>
            </a:avLst>
          </a:prstGeom>
          <a:ln xmlns:a="http://schemas.openxmlformats.org/drawingml/2006/main" w="19050">
            <a:solidFill>
              <a:srgbClr val="536C67"/>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64EF46A2-9D97-470E-B0D9-C77DB27A3745}"/>
              </a:ext>
            </a:extLst>
          </p:cNvPr>
          <p:cNvCxnSpPr>
            <a:stCxn xmlns:a="http://schemas.openxmlformats.org/drawingml/2006/main" id="5" idx="2"/>
            <a:endCxn xmlns:a="http://schemas.openxmlformats.org/drawingml/2006/main" id="11" idx="0"/>
          </p:cNvCxnSpPr>
          <p:nvPr/>
        </p:nvCxnSpPr>
        <p:spPr>
          <a:xfrm xmlns:a="http://schemas.openxmlformats.org/drawingml/2006/main">
            <a:off x="4624388" y="3048000"/>
            <a:ext cx="1471613" cy="1381125"/>
          </a:xfrm>
          <a:prstGeom xmlns:a="http://schemas.openxmlformats.org/drawingml/2006/main" prst="bentConnector4">
            <a:avLst>
              <a:gd name="adj1" fmla="val 0"/>
              <a:gd name="adj2" fmla="val 50000"/>
            </a:avLst>
          </a:prstGeom>
          <a:ln xmlns:a="http://schemas.openxmlformats.org/drawingml/2006/main" w="19050">
            <a:solidFill>
              <a:srgbClr val="536C67"/>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85295DBD-BDE0-4CD7-AC90-849F2FF5AA67}"/>
              </a:ext>
            </a:extLst>
          </p:cNvPr>
          <p:cNvCxnSpPr>
            <a:stCxn xmlns:a="http://schemas.openxmlformats.org/drawingml/2006/main" id="6" idx="3"/>
            <a:endCxn xmlns:a="http://schemas.openxmlformats.org/drawingml/2006/main" id="7" idx="1"/>
          </p:cNvCxnSpPr>
          <p:nvPr/>
        </p:nvCxnSpPr>
        <p:spPr>
          <a:xfrm xmlns:a="http://schemas.openxmlformats.org/drawingml/2006/main">
            <a:off x="8639175" y="2476500"/>
            <a:ext cx="51435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FB28E6F5-1645-45D2-B1DC-AF5A6A46122D}"/>
              </a:ext>
            </a:extLst>
          </p:cNvPr>
          <p:cNvCxnSpPr>
            <a:stCxn xmlns:a="http://schemas.openxmlformats.org/drawingml/2006/main" id="5" idx="3"/>
            <a:endCxn xmlns:a="http://schemas.openxmlformats.org/drawingml/2006/main" id="6" idx="1"/>
          </p:cNvCxnSpPr>
          <p:nvPr/>
        </p:nvCxnSpPr>
        <p:spPr>
          <a:xfrm xmlns:a="http://schemas.openxmlformats.org/drawingml/2006/main">
            <a:off x="5791200" y="2476500"/>
            <a:ext cx="51435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B5941B46-8B35-4CDF-8F6D-F1D32BCFBC74}"/>
              </a:ext>
            </a:extLst>
          </p:cNvPr>
          <p:cNvCxnSpPr>
            <a:stCxn xmlns:a="http://schemas.openxmlformats.org/drawingml/2006/main" id="4" idx="3"/>
            <a:endCxn xmlns:a="http://schemas.openxmlformats.org/drawingml/2006/main" id="5" idx="1"/>
          </p:cNvCxnSpPr>
          <p:nvPr/>
        </p:nvCxnSpPr>
        <p:spPr>
          <a:xfrm xmlns:a="http://schemas.openxmlformats.org/drawingml/2006/main">
            <a:off x="2943225" y="2476500"/>
            <a:ext cx="514350" cy="0"/>
          </a:xfrm>
          <a:prstGeom xmlns:a="http://schemas.openxmlformats.org/drawingml/2006/main" prst="straightConnector1">
            <a:avLst/>
          </a:prstGeom>
          <a:ln xmlns:a="http://schemas.openxmlformats.org/drawingml/2006/main" w="19050">
            <a:solidFill>
              <a:srgbClr val="536C67"/>
            </a:solidFill>
            <a:prstDash val="solid"/>
            <a:tailEnd type="triangle" w="med" len="med"/>
          </a:ln>
        </p:spPr>
      </p:cxnSp>
      <p:sp>
        <p:nvSpPr>
          <p:cNvPr id="15" name="slide-title">
            <a:extLst xmlns:a="http://schemas.openxmlformats.org/drawingml/2006/main">
              <a:ext uri="{FF2B5EF4-FFF2-40B4-BE49-F238E27FC236}">
                <a16:creationId xmlns:a16="http://schemas.microsoft.com/office/drawing/2014/main" id="{525E3625-DD5D-4D64-954C-990C809E34A1}"/>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Cited answer generation</a:t>
            </a:r>
          </a:p>
        </p:txBody>
      </p:sp>
      <p:sp>
        <p:nvSpPr>
          <p:cNvPr id="2" name="text-39">
            <a:extLst xmlns:a="http://schemas.openxmlformats.org/drawingml/2006/main">
              <a:ext uri="{FF2B5EF4-FFF2-40B4-BE49-F238E27FC236}">
                <a16:creationId xmlns:a16="http://schemas.microsoft.com/office/drawing/2014/main" id="{6366111B-B968-4AFA-B06D-261521FB6360}"/>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Only accepted claims reach the answer view. Automated support review remains fallible.</a:t>
            </a:r>
          </a:p>
        </p:txBody>
      </p:sp>
      <p:sp>
        <p:nvSpPr>
          <p:cNvPr id="3" name="text-40">
            <a:extLst xmlns:a="http://schemas.openxmlformats.org/drawingml/2006/main">
              <a:ext uri="{FF2B5EF4-FFF2-40B4-BE49-F238E27FC236}">
                <a16:creationId xmlns:a16="http://schemas.microsoft.com/office/drawing/2014/main" id="{8B7AAA60-50AB-4FCA-B84C-DEB9948BE011}"/>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05</a:t>
            </a:r>
          </a:p>
        </p:txBody>
      </p:sp>
      <p:sp>
        <p:nvSpPr>
          <p:cNvPr id="4" name="node-41">
            <a:extLst xmlns:a="http://schemas.openxmlformats.org/drawingml/2006/main">
              <a:ext uri="{FF2B5EF4-FFF2-40B4-BE49-F238E27FC236}">
                <a16:creationId xmlns:a16="http://schemas.microsoft.com/office/drawing/2014/main" id="{A8C28DD7-06D7-4070-9F82-8AC53DF0D256}"/>
              </a:ext>
            </a:extLst>
          </p:cNvPr>
          <p:cNvSpPr>
            <a:spLocks xmlns:a="http://schemas.openxmlformats.org/drawingml/2006/main" noGrp="1"/>
          </p:cNvSpPr>
          <p:nvPr/>
        </p:nvSpPr>
        <p:spPr>
          <a:xfrm xmlns:a="http://schemas.openxmlformats.org/drawingml/2006/main">
            <a:off x="609600" y="1905000"/>
            <a:ext cx="2333625" cy="1143000"/>
          </a:xfrm>
          <a:prstGeom xmlns:a="http://schemas.openxmlformats.org/drawingml/2006/main" prst="roundRect">
            <a:avLst>
              <a:gd name="adj" fmla="val 8333"/>
            </a:avLst>
          </a:prstGeom>
          <a:solidFill xmlns:a="http://schemas.openxmlformats.org/drawingml/2006/main">
            <a:srgbClr val="EAF1FA"/>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Generate claims</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gpt-4.1-mini</a:t>
            </a:r>
          </a:p>
        </p:txBody>
      </p:sp>
      <p:sp>
        <p:nvSpPr>
          <p:cNvPr id="5" name="node-42">
            <a:extLst xmlns:a="http://schemas.openxmlformats.org/drawingml/2006/main">
              <a:ext uri="{FF2B5EF4-FFF2-40B4-BE49-F238E27FC236}">
                <a16:creationId xmlns:a16="http://schemas.microsoft.com/office/drawing/2014/main" id="{CE2BE916-50F7-4827-8BC4-A166EF40D2F3}"/>
              </a:ext>
            </a:extLst>
          </p:cNvPr>
          <p:cNvSpPr>
            <a:spLocks xmlns:a="http://schemas.openxmlformats.org/drawingml/2006/main" noGrp="1"/>
          </p:cNvSpPr>
          <p:nvPr/>
        </p:nvSpPr>
        <p:spPr>
          <a:xfrm xmlns:a="http://schemas.openxmlformats.org/drawingml/2006/main">
            <a:off x="3457575" y="1905000"/>
            <a:ext cx="2333625" cy="1143000"/>
          </a:xfrm>
          <a:prstGeom xmlns:a="http://schemas.openxmlformats.org/drawingml/2006/main" prst="roundRect">
            <a:avLst>
              <a:gd name="adj" fmla="val 8333"/>
            </a:avLst>
          </a:prstGeom>
          <a:solidFill xmlns:a="http://schemas.openxmlformats.org/drawingml/2006/main">
            <a:srgbClr val="EDF5F1"/>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Validate exact</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citation spans</a:t>
            </a:r>
          </a:p>
        </p:txBody>
      </p:sp>
      <p:sp>
        <p:nvSpPr>
          <p:cNvPr id="6" name="node-43">
            <a:extLst xmlns:a="http://schemas.openxmlformats.org/drawingml/2006/main">
              <a:ext uri="{FF2B5EF4-FFF2-40B4-BE49-F238E27FC236}">
                <a16:creationId xmlns:a16="http://schemas.microsoft.com/office/drawing/2014/main" id="{7A2042E4-46F0-4BED-9519-02505D02889A}"/>
              </a:ext>
            </a:extLst>
          </p:cNvPr>
          <p:cNvSpPr>
            <a:spLocks xmlns:a="http://schemas.openxmlformats.org/drawingml/2006/main" noGrp="1"/>
          </p:cNvSpPr>
          <p:nvPr/>
        </p:nvSpPr>
        <p:spPr>
          <a:xfrm xmlns:a="http://schemas.openxmlformats.org/drawingml/2006/main">
            <a:off x="6305550" y="1905000"/>
            <a:ext cx="2333625" cy="1143000"/>
          </a:xfrm>
          <a:prstGeom xmlns:a="http://schemas.openxmlformats.org/drawingml/2006/main" prst="roundRect">
            <a:avLst>
              <a:gd name="adj" fmla="val 8333"/>
            </a:avLst>
          </a:prstGeom>
          <a:solidFill xmlns:a="http://schemas.openxmlformats.org/drawingml/2006/main">
            <a:srgbClr val="EAF1FA"/>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Review claim</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support</a:t>
            </a:r>
          </a:p>
        </p:txBody>
      </p:sp>
      <p:sp>
        <p:nvSpPr>
          <p:cNvPr id="7" name="node-44">
            <a:extLst xmlns:a="http://schemas.openxmlformats.org/drawingml/2006/main">
              <a:ext uri="{FF2B5EF4-FFF2-40B4-BE49-F238E27FC236}">
                <a16:creationId xmlns:a16="http://schemas.microsoft.com/office/drawing/2014/main" id="{C3B48641-DE33-4EE8-949C-D8E9CFF6A762}"/>
              </a:ext>
            </a:extLst>
          </p:cNvPr>
          <p:cNvSpPr>
            <a:spLocks xmlns:a="http://schemas.openxmlformats.org/drawingml/2006/main" noGrp="1"/>
          </p:cNvSpPr>
          <p:nvPr/>
        </p:nvSpPr>
        <p:spPr>
          <a:xfrm xmlns:a="http://schemas.openxmlformats.org/drawingml/2006/main">
            <a:off x="9153525" y="1905000"/>
            <a:ext cx="2333625" cy="1143000"/>
          </a:xfrm>
          <a:prstGeom xmlns:a="http://schemas.openxmlformats.org/drawingml/2006/main" prst="roundRect">
            <a:avLst>
              <a:gd name="adj" fmla="val 8333"/>
            </a:avLst>
          </a:prstGeom>
          <a:solidFill xmlns:a="http://schemas.openxmlformats.org/drawingml/2006/main">
            <a:srgbClr val="EDF5F1"/>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Display answer</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with citations</a:t>
            </a:r>
          </a:p>
        </p:txBody>
      </p:sp>
      <p:sp>
        <p:nvSpPr>
          <p:cNvPr id="11" name="node-45">
            <a:extLst xmlns:a="http://schemas.openxmlformats.org/drawingml/2006/main">
              <a:ext uri="{FF2B5EF4-FFF2-40B4-BE49-F238E27FC236}">
                <a16:creationId xmlns:a16="http://schemas.microsoft.com/office/drawing/2014/main" id="{E4DFC56A-6EA8-42FE-8AD2-D646441B2FBA}"/>
              </a:ext>
            </a:extLst>
          </p:cNvPr>
          <p:cNvSpPr>
            <a:spLocks xmlns:a="http://schemas.openxmlformats.org/drawingml/2006/main" noGrp="1"/>
          </p:cNvSpPr>
          <p:nvPr/>
        </p:nvSpPr>
        <p:spPr>
          <a:xfrm xmlns:a="http://schemas.openxmlformats.org/drawingml/2006/main">
            <a:off x="4191000" y="4429125"/>
            <a:ext cx="3810000" cy="1047750"/>
          </a:xfrm>
          <a:prstGeom xmlns:a="http://schemas.openxmlformats.org/drawingml/2006/main" prst="roundRect">
            <a:avLst>
              <a:gd name="adj" fmla="val 9091"/>
            </a:avLst>
          </a:prstGeom>
          <a:solidFill xmlns:a="http://schemas.openxmlformats.org/drawingml/2006/main">
            <a:srgbClr val="FBEAE6"/>
          </a:solidFill>
          <a:ln xmlns:a="http://schemas.openxmlformats.org/drawingml/2006/main" w="13335">
            <a:solidFill>
              <a:srgbClr val="BED3C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63B36"/>
                </a:solidFill>
                <a:latin typeface="Arial"/>
                <a:ea typeface="Arial"/>
                <a:cs typeface="Arial"/>
              </a:defRPr>
            </a:defPPr>
            <a:lvl1pPr algn="ctr">
              <a:defRPr sz="1800">
                <a:solidFill>
                  <a:srgbClr val="163B36"/>
                </a:solidFill>
                <a:latin typeface="Arial"/>
                <a:ea typeface="Arial"/>
                <a:cs typeface="Arial"/>
              </a:defRPr>
            </a:lvl1pPr>
            <a:lvl2pPr algn="ctr">
              <a:defRPr sz="1800">
                <a:solidFill>
                  <a:srgbClr val="163B36"/>
                </a:solidFill>
                <a:latin typeface="Arial"/>
                <a:ea typeface="Arial"/>
                <a:cs typeface="Arial"/>
              </a:defRPr>
            </a:lvl2pPr>
            <a:lvl3pPr algn="ctr">
              <a:defRPr sz="1800">
                <a:solidFill>
                  <a:srgbClr val="163B36"/>
                </a:solidFill>
                <a:latin typeface="Arial"/>
                <a:ea typeface="Arial"/>
                <a:cs typeface="Arial"/>
              </a:defRPr>
            </a:lvl3pPr>
            <a:lvl4pPr algn="ctr">
              <a:defRPr sz="1800">
                <a:solidFill>
                  <a:srgbClr val="163B36"/>
                </a:solidFill>
                <a:latin typeface="Arial"/>
                <a:ea typeface="Arial"/>
                <a:cs typeface="Arial"/>
              </a:defRPr>
            </a:lvl4pPr>
            <a:lvl5pPr algn="ctr">
              <a:defRPr sz="1800">
                <a:solidFill>
                  <a:srgbClr val="163B36"/>
                </a:solidFill>
                <a:latin typeface="Arial"/>
                <a:ea typeface="Arial"/>
                <a:cs typeface="Arial"/>
              </a:defRPr>
            </a:lvl5pPr>
            <a:lvl6pPr algn="ctr">
              <a:defRPr sz="1800">
                <a:solidFill>
                  <a:srgbClr val="163B36"/>
                </a:solidFill>
                <a:latin typeface="Arial"/>
                <a:ea typeface="Arial"/>
                <a:cs typeface="Arial"/>
              </a:defRPr>
            </a:lvl6pPr>
            <a:lvl7pPr algn="ctr">
              <a:defRPr sz="1800">
                <a:solidFill>
                  <a:srgbClr val="163B36"/>
                </a:solidFill>
                <a:latin typeface="Arial"/>
                <a:ea typeface="Arial"/>
                <a:cs typeface="Arial"/>
              </a:defRPr>
            </a:lvl7pPr>
            <a:lvl8pPr algn="ctr">
              <a:defRPr sz="1800">
                <a:solidFill>
                  <a:srgbClr val="163B36"/>
                </a:solidFill>
                <a:latin typeface="Arial"/>
                <a:ea typeface="Arial"/>
                <a:cs typeface="Arial"/>
              </a:defRPr>
            </a:lvl8pPr>
            <a:lvl9pPr algn="ctr">
              <a:defRPr sz="1800">
                <a:solidFill>
                  <a:srgbClr val="163B36"/>
                </a:solidFill>
                <a:latin typeface="Arial"/>
                <a:ea typeface="Arial"/>
                <a:cs typeface="Arial"/>
              </a:defRPr>
            </a:lvl9pPr>
          </a:lstStyle>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Withhold rejected answer</a:t>
            </a:r>
          </a:p>
          <a:p xmlns:a="http://schemas.openxmlformats.org/drawingml/2006/main">
            <a:pPr algn="ctr">
              <a:defRPr sz="1800">
                <a:solidFill>
                  <a:srgbClr val="163B36"/>
                </a:solidFill>
                <a:latin typeface="Arial"/>
                <a:ea typeface="Arial"/>
                <a:cs typeface="Arial"/>
              </a:defRPr>
            </a:pPr>
            <a:r>
              <a:rPr sz="1800">
                <a:solidFill>
                  <a:srgbClr val="163B36"/>
                </a:solidFill>
                <a:latin typeface="Arial"/>
                <a:ea typeface="Arial"/>
                <a:cs typeface="Arial"/>
              </a:rPr>
              <a:t>Show a safe validation message</a:t>
            </a:r>
          </a:p>
        </p:txBody>
      </p:sp>
      <p:sp>
        <p:nvSpPr>
          <p:cNvPr id="14" name="text-46">
            <a:extLst xmlns:a="http://schemas.openxmlformats.org/drawingml/2006/main">
              <a:ext uri="{FF2B5EF4-FFF2-40B4-BE49-F238E27FC236}">
                <a16:creationId xmlns:a16="http://schemas.microsoft.com/office/drawing/2014/main" id="{DA992650-0AF5-4936-83E0-DB8B6AB061D1}"/>
              </a:ext>
            </a:extLst>
          </p:cNvPr>
          <p:cNvSpPr>
            <a:spLocks xmlns:a="http://schemas.openxmlformats.org/drawingml/2006/main" noGrp="1"/>
          </p:cNvSpPr>
          <p:nvPr/>
        </p:nvSpPr>
        <p:spPr>
          <a:xfrm xmlns:a="http://schemas.openxmlformats.org/drawingml/2006/main">
            <a:off x="609600" y="56959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63B36"/>
                </a:solidFill>
                <a:latin typeface="Arial"/>
                <a:ea typeface="Arial"/>
                <a:cs typeface="Arial"/>
              </a:defRPr>
            </a:defPPr>
            <a:lvl1pPr algn="l">
              <a:defRPr sz="1800" b="0">
                <a:solidFill>
                  <a:srgbClr val="163B36"/>
                </a:solidFill>
                <a:latin typeface="Arial"/>
                <a:ea typeface="Arial"/>
                <a:cs typeface="Arial"/>
              </a:defRPr>
            </a:lvl1pPr>
            <a:lvl2pPr algn="l">
              <a:defRPr sz="1800" b="0">
                <a:solidFill>
                  <a:srgbClr val="163B36"/>
                </a:solidFill>
                <a:latin typeface="Arial"/>
                <a:ea typeface="Arial"/>
                <a:cs typeface="Arial"/>
              </a:defRPr>
            </a:lvl2pPr>
            <a:lvl3pPr algn="l">
              <a:defRPr sz="1800" b="0">
                <a:solidFill>
                  <a:srgbClr val="163B36"/>
                </a:solidFill>
                <a:latin typeface="Arial"/>
                <a:ea typeface="Arial"/>
                <a:cs typeface="Arial"/>
              </a:defRPr>
            </a:lvl3pPr>
            <a:lvl4pPr algn="l">
              <a:defRPr sz="1800" b="0">
                <a:solidFill>
                  <a:srgbClr val="163B36"/>
                </a:solidFill>
                <a:latin typeface="Arial"/>
                <a:ea typeface="Arial"/>
                <a:cs typeface="Arial"/>
              </a:defRPr>
            </a:lvl4pPr>
            <a:lvl5pPr algn="l">
              <a:defRPr sz="1800" b="0">
                <a:solidFill>
                  <a:srgbClr val="163B36"/>
                </a:solidFill>
                <a:latin typeface="Arial"/>
                <a:ea typeface="Arial"/>
                <a:cs typeface="Arial"/>
              </a:defRPr>
            </a:lvl5pPr>
            <a:lvl6pPr algn="l">
              <a:defRPr sz="1800" b="0">
                <a:solidFill>
                  <a:srgbClr val="163B36"/>
                </a:solidFill>
                <a:latin typeface="Arial"/>
                <a:ea typeface="Arial"/>
                <a:cs typeface="Arial"/>
              </a:defRPr>
            </a:lvl6pPr>
            <a:lvl7pPr algn="l">
              <a:defRPr sz="1800" b="0">
                <a:solidFill>
                  <a:srgbClr val="163B36"/>
                </a:solidFill>
                <a:latin typeface="Arial"/>
                <a:ea typeface="Arial"/>
                <a:cs typeface="Arial"/>
              </a:defRPr>
            </a:lvl7pPr>
            <a:lvl8pPr algn="l">
              <a:defRPr sz="1800" b="0">
                <a:solidFill>
                  <a:srgbClr val="163B36"/>
                </a:solidFill>
                <a:latin typeface="Arial"/>
                <a:ea typeface="Arial"/>
                <a:cs typeface="Arial"/>
              </a:defRPr>
            </a:lvl8pPr>
            <a:lvl9pPr algn="l">
              <a:defRPr sz="1800" b="0">
                <a:solidFill>
                  <a:srgbClr val="163B36"/>
                </a:solidFill>
                <a:latin typeface="Arial"/>
                <a:ea typeface="Arial"/>
                <a:cs typeface="Arial"/>
              </a:defRPr>
            </a:lvl9pPr>
          </a:lstStyle>
          <a:p xmlns:a="http://schemas.openxmlformats.org/drawingml/2006/main">
            <a:pPr algn="l">
              <a:defRPr sz="1800" b="0">
                <a:solidFill>
                  <a:srgbClr val="163B36"/>
                </a:solidFill>
                <a:latin typeface="Arial"/>
                <a:ea typeface="Arial"/>
                <a:cs typeface="Arial"/>
              </a:defRPr>
            </a:pPr>
            <a:r>
              <a:rPr sz="1800" b="0">
                <a:solidFill>
                  <a:srgbClr val="163B36"/>
                </a:solidFill>
                <a:latin typeface="Arial"/>
                <a:ea typeface="Arial"/>
                <a:cs typeface="Arial"/>
              </a:rPr>
              <a:t>The model selects evidence IDs. The application copies the original quotations.</a:t>
            </a:r>
          </a:p>
        </p:txBody>
      </p:sp>
    </p:spTree>
    <p:extLst>
      <p:ext uri="{BB962C8B-B14F-4D97-AF65-F5344CB8AC3E}">
        <p14:creationId xmlns:p14="http://schemas.microsoft.com/office/powerpoint/2010/main" val="20476471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A158F29-832E-4DA8-807E-C778AFAF13F6}"/>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Pinecone cosine search and ranking</a:t>
            </a:r>
          </a:p>
        </p:txBody>
      </p:sp>
      <p:sp>
        <p:nvSpPr>
          <p:cNvPr id="2" name="text-47">
            <a:extLst xmlns:a="http://schemas.openxmlformats.org/drawingml/2006/main">
              <a:ext uri="{FF2B5EF4-FFF2-40B4-BE49-F238E27FC236}">
                <a16:creationId xmlns:a16="http://schemas.microsoft.com/office/drawing/2014/main" id="{AF91F5F8-00E1-4F7A-BEB6-C7A3AE5A6733}"/>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Recorded v4 comparison run. Cosine similarity and derived shares do not measure factual confidence.</a:t>
            </a:r>
          </a:p>
        </p:txBody>
      </p:sp>
      <p:sp>
        <p:nvSpPr>
          <p:cNvPr id="3" name="text-48">
            <a:extLst xmlns:a="http://schemas.openxmlformats.org/drawingml/2006/main">
              <a:ext uri="{FF2B5EF4-FFF2-40B4-BE49-F238E27FC236}">
                <a16:creationId xmlns:a16="http://schemas.microsoft.com/office/drawing/2014/main" id="{C8194E12-8691-4331-AF2B-3DCF6D541863}"/>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06</a:t>
            </a:r>
          </a:p>
        </p:txBody>
      </p:sp>
      <p:sp>
        <p:nvSpPr>
          <p:cNvPr id="4" name="text-49">
            <a:extLst xmlns:a="http://schemas.openxmlformats.org/drawingml/2006/main">
              <a:ext uri="{FF2B5EF4-FFF2-40B4-BE49-F238E27FC236}">
                <a16:creationId xmlns:a16="http://schemas.microsoft.com/office/drawing/2014/main" id="{2465EA34-DDFA-4818-870E-D4E68E0A2CEF}"/>
              </a:ext>
            </a:extLst>
          </p:cNvPr>
          <p:cNvSpPr>
            <a:spLocks xmlns:a="http://schemas.openxmlformats.org/drawingml/2006/main" noGrp="1"/>
          </p:cNvSpPr>
          <p:nvPr/>
        </p:nvSpPr>
        <p:spPr>
          <a:xfrm xmlns:a="http://schemas.openxmlformats.org/drawingml/2006/main">
            <a:off x="609600" y="11430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B36"/>
                </a:solidFill>
                <a:latin typeface="Arial"/>
                <a:ea typeface="Arial"/>
                <a:cs typeface="Arial"/>
              </a:defRPr>
            </a:defPPr>
            <a:lvl1pPr algn="l">
              <a:defRPr sz="2100" b="0">
                <a:solidFill>
                  <a:srgbClr val="163B36"/>
                </a:solidFill>
                <a:latin typeface="Arial"/>
                <a:ea typeface="Arial"/>
                <a:cs typeface="Arial"/>
              </a:defRPr>
            </a:lvl1pPr>
            <a:lvl2pPr algn="l">
              <a:defRPr sz="2100" b="0">
                <a:solidFill>
                  <a:srgbClr val="163B36"/>
                </a:solidFill>
                <a:latin typeface="Arial"/>
                <a:ea typeface="Arial"/>
                <a:cs typeface="Arial"/>
              </a:defRPr>
            </a:lvl2pPr>
            <a:lvl3pPr algn="l">
              <a:defRPr sz="2100" b="0">
                <a:solidFill>
                  <a:srgbClr val="163B36"/>
                </a:solidFill>
                <a:latin typeface="Arial"/>
                <a:ea typeface="Arial"/>
                <a:cs typeface="Arial"/>
              </a:defRPr>
            </a:lvl3pPr>
            <a:lvl4pPr algn="l">
              <a:defRPr sz="2100" b="0">
                <a:solidFill>
                  <a:srgbClr val="163B36"/>
                </a:solidFill>
                <a:latin typeface="Arial"/>
                <a:ea typeface="Arial"/>
                <a:cs typeface="Arial"/>
              </a:defRPr>
            </a:lvl4pPr>
            <a:lvl5pPr algn="l">
              <a:defRPr sz="2100" b="0">
                <a:solidFill>
                  <a:srgbClr val="163B36"/>
                </a:solidFill>
                <a:latin typeface="Arial"/>
                <a:ea typeface="Arial"/>
                <a:cs typeface="Arial"/>
              </a:defRPr>
            </a:lvl5pPr>
            <a:lvl6pPr algn="l">
              <a:defRPr sz="2100" b="0">
                <a:solidFill>
                  <a:srgbClr val="163B36"/>
                </a:solidFill>
                <a:latin typeface="Arial"/>
                <a:ea typeface="Arial"/>
                <a:cs typeface="Arial"/>
              </a:defRPr>
            </a:lvl6pPr>
            <a:lvl7pPr algn="l">
              <a:defRPr sz="2100" b="0">
                <a:solidFill>
                  <a:srgbClr val="163B36"/>
                </a:solidFill>
                <a:latin typeface="Arial"/>
                <a:ea typeface="Arial"/>
                <a:cs typeface="Arial"/>
              </a:defRPr>
            </a:lvl7pPr>
            <a:lvl8pPr algn="l">
              <a:defRPr sz="2100" b="0">
                <a:solidFill>
                  <a:srgbClr val="163B36"/>
                </a:solidFill>
                <a:latin typeface="Arial"/>
                <a:ea typeface="Arial"/>
                <a:cs typeface="Arial"/>
              </a:defRPr>
            </a:lvl8pPr>
            <a:lvl9pPr algn="l">
              <a:defRPr sz="2100" b="0">
                <a:solidFill>
                  <a:srgbClr val="163B36"/>
                </a:solidFill>
                <a:latin typeface="Arial"/>
                <a:ea typeface="Arial"/>
                <a:cs typeface="Arial"/>
              </a:defRPr>
            </a:lvl9pPr>
          </a:lstStyle>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Cosine search compares the direction of the question vector with document vectors.</a:t>
            </a:r>
          </a:p>
        </p:txBody>
      </p:sp>
      <p:graphicFrame>
        <p:nvGraphicFramePr>
          <p:cNvPr id="5" name="">
            <a:extLst xmlns:a="http://schemas.openxmlformats.org/drawingml/2006/main">
              <a:ext uri="{FF2B5EF4-FFF2-40B4-BE49-F238E27FC236}">
                <a16:creationId xmlns:a16="http://schemas.microsoft.com/office/drawing/2014/main" id="{2378865D-A579-4DA5-9698-9BDE6B57F687}"/>
              </a:ext>
            </a:extLst>
          </p:cNvPr>
          <p:cNvGraphicFramePr/>
          <p:nvPr/>
        </p:nvGraphicFramePr>
        <p:xfrm>
          <a:off xmlns:a="http://schemas.openxmlformats.org/drawingml/2006/main" x="609600" y="1952625"/>
          <a:ext xmlns:a="http://schemas.openxmlformats.org/drawingml/2006/main" cx="7572375" cy="3524250"/>
        </p:xfrm>
        <a:graphic xmlns:a="http://schemas.openxmlformats.org/drawingml/2006/main">
          <a:graphicData uri="http://schemas.openxmlformats.org/drawingml/2006/table">
            <a:tbl>
              <a:tblPr/>
              <a:tblGrid>
                <a:gridCol w="857250"/>
                <a:gridCol w="2238375"/>
                <a:gridCol w="714375"/>
                <a:gridCol w="1143000"/>
                <a:gridCol w="1381125"/>
                <a:gridCol w="1238250"/>
              </a:tblGrid>
              <a:tr h="503464">
                <a:tc>
                  <a:txBody>
                    <a:bodyPr lIns="95250" tIns="95250" rIns="95250" bIns="95250"/>
                    <a:lstStyle/>
                    <a:p>
                      <a:pPr algn="l"/>
                      <a:r>
                        <a:rPr sz="1650" b="1">
                          <a:solidFill>
                            <a:srgbClr val="FFFFFF"/>
                          </a:solidFill>
                          <a:latin typeface="Arial"/>
                          <a:ea typeface="Arial"/>
                          <a:cs typeface="Arial"/>
                        </a:rPr>
                        <a:t>Pos.</a:t>
                      </a:r>
                    </a:p>
                  </a:txBody>
                  <a:tcPr marL="91440" marR="91440" marT="45720" marB="45720" anchor="ctr">
                    <a:lnL w="9525">
                      <a:solidFill>
                        <a:srgbClr val="D3DFDA"/>
                      </a:solidFill>
                      <a:prstDash val="solid"/>
                    </a:lnL>
                    <a:lnR w="9525">
                      <a:solidFill>
                        <a:srgbClr val="D3DFDA"/>
                      </a:solidFill>
                      <a:prstDash val="solid"/>
                    </a:lnR>
                    <a:lnT w="9525">
                      <a:solidFill>
                        <a:srgbClr val="D3DFDA"/>
                      </a:solidFill>
                      <a:prstDash val="solid"/>
                    </a:lnT>
                    <a:lnB w="9525">
                      <a:solidFill>
                        <a:srgbClr val="D3DFDA"/>
                      </a:solidFill>
                      <a:prstDash val="solid"/>
                    </a:lnB>
                    <a:solidFill>
                      <a:srgbClr val="163B36"/>
                    </a:solidFill>
                  </a:tcPr>
                </a:tc>
                <a:tc>
                  <a:txBody>
                    <a:bodyPr lIns="95250" tIns="95250" rIns="95250" bIns="95250"/>
                    <a:lstStyle/>
                    <a:p>
                      <a:pPr algn="ctr"/>
                      <a:r>
                        <a:rPr sz="1650" b="1">
                          <a:solidFill>
                            <a:srgbClr val="FFFFFF"/>
                          </a:solidFill>
                          <a:latin typeface="Arial"/>
                          <a:ea typeface="Arial"/>
                          <a:cs typeface="Arial"/>
                        </a:rPr>
                        <a:t>Contract</a:t>
                      </a:r>
                    </a:p>
                  </a:txBody>
                  <a:tcPr marL="91440" marR="91440" marT="45720" marB="45720" anchor="ctr">
                    <a:lnR w="9525">
                      <a:solidFill>
                        <a:srgbClr val="D3DFDA"/>
                      </a:solidFill>
                      <a:prstDash val="solid"/>
                    </a:lnR>
                    <a:lnT w="9525">
                      <a:solidFill>
                        <a:srgbClr val="D3DFDA"/>
                      </a:solidFill>
                      <a:prstDash val="solid"/>
                    </a:lnT>
                    <a:lnB w="9525">
                      <a:solidFill>
                        <a:srgbClr val="D3DFDA"/>
                      </a:solidFill>
                      <a:prstDash val="solid"/>
                    </a:lnB>
                    <a:solidFill>
                      <a:srgbClr val="163B36"/>
                    </a:solidFill>
                  </a:tcPr>
                </a:tc>
                <a:tc>
                  <a:txBody>
                    <a:bodyPr lIns="95250" tIns="95250" rIns="95250" bIns="95250"/>
                    <a:lstStyle/>
                    <a:p>
                      <a:pPr algn="ctr"/>
                      <a:r>
                        <a:rPr sz="1650" b="1">
                          <a:solidFill>
                            <a:srgbClr val="FFFFFF"/>
                          </a:solidFill>
                          <a:latin typeface="Arial"/>
                          <a:ea typeface="Arial"/>
                          <a:cs typeface="Arial"/>
                        </a:rPr>
                        <a:t>Page</a:t>
                      </a:r>
                    </a:p>
                  </a:txBody>
                  <a:tcPr marL="91440" marR="91440" marT="45720" marB="45720" anchor="ctr">
                    <a:lnR w="9525">
                      <a:solidFill>
                        <a:srgbClr val="D3DFDA"/>
                      </a:solidFill>
                      <a:prstDash val="solid"/>
                    </a:lnR>
                    <a:lnT w="9525">
                      <a:solidFill>
                        <a:srgbClr val="D3DFDA"/>
                      </a:solidFill>
                      <a:prstDash val="solid"/>
                    </a:lnT>
                    <a:lnB w="9525">
                      <a:solidFill>
                        <a:srgbClr val="D3DFDA"/>
                      </a:solidFill>
                      <a:prstDash val="solid"/>
                    </a:lnB>
                    <a:solidFill>
                      <a:srgbClr val="163B36"/>
                    </a:solidFill>
                  </a:tcPr>
                </a:tc>
                <a:tc>
                  <a:txBody>
                    <a:bodyPr lIns="95250" tIns="95250" rIns="95250" bIns="95250"/>
                    <a:lstStyle/>
                    <a:p>
                      <a:pPr algn="ctr"/>
                      <a:r>
                        <a:rPr sz="1650" b="1">
                          <a:solidFill>
                            <a:srgbClr val="FFFFFF"/>
                          </a:solidFill>
                          <a:latin typeface="Arial"/>
                          <a:ea typeface="Arial"/>
                          <a:cs typeface="Arial"/>
                        </a:rPr>
                        <a:t>Source</a:t>
                      </a:r>
                    </a:p>
                    <a:p>
                      <a:pPr algn="ctr"/>
                      <a:r>
                        <a:rPr sz="1650" b="1">
                          <a:solidFill>
                            <a:srgbClr val="FFFFFF"/>
                          </a:solidFill>
                          <a:latin typeface="Arial"/>
                          <a:ea typeface="Arial"/>
                          <a:cs typeface="Arial"/>
                        </a:rPr>
                        <a:t>rank</a:t>
                      </a:r>
                    </a:p>
                  </a:txBody>
                  <a:tcPr marL="91440" marR="91440" marT="45720" marB="45720" anchor="ctr">
                    <a:lnR w="9525">
                      <a:solidFill>
                        <a:srgbClr val="D3DFDA"/>
                      </a:solidFill>
                      <a:prstDash val="solid"/>
                    </a:lnR>
                    <a:lnT w="9525">
                      <a:solidFill>
                        <a:srgbClr val="D3DFDA"/>
                      </a:solidFill>
                      <a:prstDash val="solid"/>
                    </a:lnT>
                    <a:lnB w="9525">
                      <a:solidFill>
                        <a:srgbClr val="D3DFDA"/>
                      </a:solidFill>
                      <a:prstDash val="solid"/>
                    </a:lnB>
                    <a:solidFill>
                      <a:srgbClr val="163B36"/>
                    </a:solidFill>
                  </a:tcPr>
                </a:tc>
                <a:tc>
                  <a:txBody>
                    <a:bodyPr lIns="95250" tIns="95250" rIns="95250" bIns="95250"/>
                    <a:lstStyle/>
                    <a:p>
                      <a:pPr algn="ctr"/>
                      <a:r>
                        <a:rPr sz="1650" b="1">
                          <a:solidFill>
                            <a:srgbClr val="FFFFFF"/>
                          </a:solidFill>
                          <a:latin typeface="Arial"/>
                          <a:ea typeface="Arial"/>
                          <a:cs typeface="Arial"/>
                        </a:rPr>
                        <a:t>Cosine</a:t>
                      </a:r>
                    </a:p>
                    <a:p>
                      <a:pPr algn="ctr"/>
                      <a:r>
                        <a:rPr sz="1650" b="1">
                          <a:solidFill>
                            <a:srgbClr val="FFFFFF"/>
                          </a:solidFill>
                          <a:latin typeface="Arial"/>
                          <a:ea typeface="Arial"/>
                          <a:cs typeface="Arial"/>
                        </a:rPr>
                        <a:t>score</a:t>
                      </a:r>
                    </a:p>
                  </a:txBody>
                  <a:tcPr marL="91440" marR="91440" marT="45720" marB="45720" anchor="ctr">
                    <a:lnR w="9525">
                      <a:solidFill>
                        <a:srgbClr val="D3DFDA"/>
                      </a:solidFill>
                      <a:prstDash val="solid"/>
                    </a:lnR>
                    <a:lnT w="9525">
                      <a:solidFill>
                        <a:srgbClr val="D3DFDA"/>
                      </a:solidFill>
                      <a:prstDash val="solid"/>
                    </a:lnT>
                    <a:lnB w="9525">
                      <a:solidFill>
                        <a:srgbClr val="D3DFDA"/>
                      </a:solidFill>
                      <a:prstDash val="solid"/>
                    </a:lnB>
                    <a:solidFill>
                      <a:srgbClr val="163B36"/>
                    </a:solidFill>
                  </a:tcPr>
                </a:tc>
                <a:tc>
                  <a:txBody>
                    <a:bodyPr lIns="95250" tIns="95250" rIns="95250" bIns="95250"/>
                    <a:lstStyle/>
                    <a:p>
                      <a:pPr algn="ctr"/>
                      <a:r>
                        <a:rPr sz="1650" b="1">
                          <a:solidFill>
                            <a:srgbClr val="FFFFFF"/>
                          </a:solidFill>
                          <a:latin typeface="Arial"/>
                          <a:ea typeface="Arial"/>
                          <a:cs typeface="Arial"/>
                        </a:rPr>
                        <a:t>Share</a:t>
                      </a:r>
                    </a:p>
                  </a:txBody>
                  <a:tcPr marL="91440" marR="91440" marT="45720" marB="45720" anchor="ctr">
                    <a:lnR w="9525">
                      <a:solidFill>
                        <a:srgbClr val="D3DFDA"/>
                      </a:solidFill>
                      <a:prstDash val="solid"/>
                    </a:lnR>
                    <a:lnT w="9525">
                      <a:solidFill>
                        <a:srgbClr val="D3DFDA"/>
                      </a:solidFill>
                      <a:prstDash val="solid"/>
                    </a:lnT>
                    <a:lnB w="9525">
                      <a:solidFill>
                        <a:srgbClr val="D3DFDA"/>
                      </a:solidFill>
                      <a:prstDash val="solid"/>
                    </a:lnB>
                    <a:solidFill>
                      <a:srgbClr val="163B36"/>
                    </a:solidFill>
                  </a:tcPr>
                </a:tc>
              </a:tr>
              <a:tr h="503464">
                <a:tc>
                  <a:txBody>
                    <a:bodyPr lIns="95250" tIns="95250" rIns="95250" bIns="95250"/>
                    <a:lstStyle/>
                    <a:p>
                      <a:pPr algn="l"/>
                      <a:r>
                        <a:rPr sz="1650" b="0">
                          <a:solidFill>
                            <a:srgbClr val="163B36"/>
                          </a:solidFill>
                          <a:latin typeface="Arial"/>
                          <a:ea typeface="Arial"/>
                          <a:cs typeface="Arial"/>
                        </a:rPr>
                        <a:t>1</a:t>
                      </a:r>
                    </a:p>
                  </a:txBody>
                  <a:tcPr marL="91440" marR="91440" marT="45720" marB="45720" anchor="ctr">
                    <a:lnL w="9525">
                      <a:solidFill>
                        <a:srgbClr val="D3DFDA"/>
                      </a:solidFill>
                      <a:prstDash val="solid"/>
                    </a:lnL>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Contract_1.pdf</a:t>
                      </a:r>
                    </a:p>
                  </a:txBody>
                  <a:tcPr marL="91440" marR="91440" marT="45720" marB="45720" anchor="ctr">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1</a:t>
                      </a:r>
                    </a:p>
                  </a:txBody>
                  <a:tcPr marL="91440" marR="91440" marT="45720" marB="45720" anchor="ctr">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1</a:t>
                      </a:r>
                    </a:p>
                  </a:txBody>
                  <a:tcPr marL="91440" marR="91440" marT="45720" marB="45720" anchor="ctr">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0.4428</a:t>
                      </a:r>
                    </a:p>
                  </a:txBody>
                  <a:tcPr marL="91440" marR="91440" marT="45720" marB="45720" anchor="ctr">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17.9%</a:t>
                      </a:r>
                    </a:p>
                  </a:txBody>
                  <a:tcPr marL="91440" marR="91440" marT="45720" marB="45720" anchor="ctr">
                    <a:lnR w="9525">
                      <a:solidFill>
                        <a:srgbClr val="D3DFDA"/>
                      </a:solidFill>
                      <a:prstDash val="solid"/>
                    </a:lnR>
                    <a:lnB w="9525">
                      <a:solidFill>
                        <a:srgbClr val="D3DFDA"/>
                      </a:solidFill>
                      <a:prstDash val="solid"/>
                    </a:lnB>
                    <a:solidFill>
                      <a:srgbClr val="DDEFE6"/>
                    </a:solidFill>
                  </a:tcPr>
                </a:tc>
              </a:tr>
              <a:tr h="503464">
                <a:tc>
                  <a:txBody>
                    <a:bodyPr lIns="95250" tIns="95250" rIns="95250" bIns="95250"/>
                    <a:lstStyle/>
                    <a:p>
                      <a:pPr algn="l"/>
                      <a:r>
                        <a:rPr sz="1650" b="0">
                          <a:solidFill>
                            <a:srgbClr val="163B36"/>
                          </a:solidFill>
                          <a:latin typeface="Arial"/>
                          <a:ea typeface="Arial"/>
                          <a:cs typeface="Arial"/>
                        </a:rPr>
                        <a:t>2</a:t>
                      </a:r>
                    </a:p>
                  </a:txBody>
                  <a:tcPr marL="91440" marR="91440" marT="45720" marB="45720" anchor="ctr">
                    <a:lnL w="9525">
                      <a:solidFill>
                        <a:srgbClr val="D3DFDA"/>
                      </a:solidFill>
                      <a:prstDash val="solid"/>
                    </a:lnL>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Contract_1.pdf</a:t>
                      </a:r>
                    </a:p>
                  </a:txBody>
                  <a:tcPr marL="91440" marR="91440" marT="45720" marB="45720" anchor="ctr">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3</a:t>
                      </a:r>
                    </a:p>
                  </a:txBody>
                  <a:tcPr marL="91440" marR="91440" marT="45720" marB="45720" anchor="ctr">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2</a:t>
                      </a:r>
                    </a:p>
                  </a:txBody>
                  <a:tcPr marL="91440" marR="91440" marT="45720" marB="45720" anchor="ctr">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0.4167</a:t>
                      </a:r>
                    </a:p>
                  </a:txBody>
                  <a:tcPr marL="91440" marR="91440" marT="45720" marB="45720" anchor="ctr">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16.8%</a:t>
                      </a:r>
                    </a:p>
                  </a:txBody>
                  <a:tcPr marL="91440" marR="91440" marT="45720" marB="45720" anchor="ctr">
                    <a:lnR w="9525">
                      <a:solidFill>
                        <a:srgbClr val="D3DFDA"/>
                      </a:solidFill>
                      <a:prstDash val="solid"/>
                    </a:lnR>
                    <a:lnB w="9525">
                      <a:solidFill>
                        <a:srgbClr val="D3DFDA"/>
                      </a:solidFill>
                      <a:prstDash val="solid"/>
                    </a:lnB>
                    <a:solidFill>
                      <a:srgbClr val="F1F6F3"/>
                    </a:solidFill>
                  </a:tcPr>
                </a:tc>
              </a:tr>
              <a:tr h="503464">
                <a:tc>
                  <a:txBody>
                    <a:bodyPr lIns="95250" tIns="95250" rIns="95250" bIns="95250"/>
                    <a:lstStyle/>
                    <a:p>
                      <a:pPr algn="l"/>
                      <a:r>
                        <a:rPr sz="1650" b="0">
                          <a:solidFill>
                            <a:srgbClr val="163B36"/>
                          </a:solidFill>
                          <a:latin typeface="Arial"/>
                          <a:ea typeface="Arial"/>
                          <a:cs typeface="Arial"/>
                        </a:rPr>
                        <a:t>3</a:t>
                      </a:r>
                    </a:p>
                  </a:txBody>
                  <a:tcPr marL="91440" marR="91440" marT="45720" marB="45720" anchor="ctr">
                    <a:lnL w="9525">
                      <a:solidFill>
                        <a:srgbClr val="D3DFDA"/>
                      </a:solidFill>
                      <a:prstDash val="solid"/>
                    </a:lnL>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Contract_1.pdf</a:t>
                      </a:r>
                    </a:p>
                  </a:txBody>
                  <a:tcPr marL="91440" marR="91440" marT="45720" marB="45720" anchor="ctr">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2</a:t>
                      </a:r>
                    </a:p>
                  </a:txBody>
                  <a:tcPr marL="91440" marR="91440" marT="45720" marB="45720" anchor="ctr">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3</a:t>
                      </a:r>
                    </a:p>
                  </a:txBody>
                  <a:tcPr marL="91440" marR="91440" marT="45720" marB="45720" anchor="ctr">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0.4095</a:t>
                      </a:r>
                    </a:p>
                  </a:txBody>
                  <a:tcPr marL="91440" marR="91440" marT="45720" marB="45720" anchor="ctr">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16.5%</a:t>
                      </a:r>
                    </a:p>
                  </a:txBody>
                  <a:tcPr marL="91440" marR="91440" marT="45720" marB="45720" anchor="ctr">
                    <a:lnR w="9525">
                      <a:solidFill>
                        <a:srgbClr val="D3DFDA"/>
                      </a:solidFill>
                      <a:prstDash val="solid"/>
                    </a:lnR>
                    <a:lnB w="9525">
                      <a:solidFill>
                        <a:srgbClr val="D3DFDA"/>
                      </a:solidFill>
                      <a:prstDash val="solid"/>
                    </a:lnB>
                    <a:solidFill>
                      <a:srgbClr val="FFFFFF"/>
                    </a:solidFill>
                  </a:tcPr>
                </a:tc>
              </a:tr>
              <a:tr h="503464">
                <a:tc>
                  <a:txBody>
                    <a:bodyPr lIns="95250" tIns="95250" rIns="95250" bIns="95250"/>
                    <a:lstStyle/>
                    <a:p>
                      <a:pPr algn="l"/>
                      <a:r>
                        <a:rPr sz="1650" b="0">
                          <a:solidFill>
                            <a:srgbClr val="163B36"/>
                          </a:solidFill>
                          <a:latin typeface="Arial"/>
                          <a:ea typeface="Arial"/>
                          <a:cs typeface="Arial"/>
                        </a:rPr>
                        <a:t>4</a:t>
                      </a:r>
                    </a:p>
                  </a:txBody>
                  <a:tcPr marL="91440" marR="91440" marT="45720" marB="45720" anchor="ctr">
                    <a:lnL w="9525">
                      <a:solidFill>
                        <a:srgbClr val="D3DFDA"/>
                      </a:solidFill>
                      <a:prstDash val="solid"/>
                    </a:lnL>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Contract_2.pdf</a:t>
                      </a:r>
                    </a:p>
                  </a:txBody>
                  <a:tcPr marL="91440" marR="91440" marT="45720" marB="45720" anchor="ctr">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3</a:t>
                      </a:r>
                    </a:p>
                  </a:txBody>
                  <a:tcPr marL="91440" marR="91440" marT="45720" marB="45720" anchor="ctr">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1</a:t>
                      </a:r>
                    </a:p>
                  </a:txBody>
                  <a:tcPr marL="91440" marR="91440" marT="45720" marB="45720" anchor="ctr">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0.4110</a:t>
                      </a:r>
                    </a:p>
                  </a:txBody>
                  <a:tcPr marL="91440" marR="91440" marT="45720" marB="45720" anchor="ctr">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1650" b="0">
                          <a:solidFill>
                            <a:srgbClr val="163B36"/>
                          </a:solidFill>
                          <a:latin typeface="Arial"/>
                          <a:ea typeface="Arial"/>
                          <a:cs typeface="Arial"/>
                        </a:rPr>
                        <a:t>16.6%</a:t>
                      </a:r>
                    </a:p>
                  </a:txBody>
                  <a:tcPr marL="91440" marR="91440" marT="45720" marB="45720" anchor="ctr">
                    <a:lnR w="9525">
                      <a:solidFill>
                        <a:srgbClr val="D3DFDA"/>
                      </a:solidFill>
                      <a:prstDash val="solid"/>
                    </a:lnR>
                    <a:lnB w="9525">
                      <a:solidFill>
                        <a:srgbClr val="D3DFDA"/>
                      </a:solidFill>
                      <a:prstDash val="solid"/>
                    </a:lnB>
                    <a:solidFill>
                      <a:srgbClr val="F1F6F3"/>
                    </a:solidFill>
                  </a:tcPr>
                </a:tc>
              </a:tr>
              <a:tr h="503464">
                <a:tc>
                  <a:txBody>
                    <a:bodyPr lIns="95250" tIns="95250" rIns="95250" bIns="95250"/>
                    <a:lstStyle/>
                    <a:p>
                      <a:pPr algn="l"/>
                      <a:r>
                        <a:rPr sz="1650" b="0">
                          <a:solidFill>
                            <a:srgbClr val="163B36"/>
                          </a:solidFill>
                          <a:latin typeface="Arial"/>
                          <a:ea typeface="Arial"/>
                          <a:cs typeface="Arial"/>
                        </a:rPr>
                        <a:t>5</a:t>
                      </a:r>
                    </a:p>
                  </a:txBody>
                  <a:tcPr marL="91440" marR="91440" marT="45720" marB="45720" anchor="ctr">
                    <a:lnL w="9525">
                      <a:solidFill>
                        <a:srgbClr val="D3DFDA"/>
                      </a:solidFill>
                      <a:prstDash val="solid"/>
                    </a:lnL>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Contract_2.pdf</a:t>
                      </a:r>
                    </a:p>
                  </a:txBody>
                  <a:tcPr marL="91440" marR="91440" marT="45720" marB="45720" anchor="ctr">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2</a:t>
                      </a:r>
                    </a:p>
                  </a:txBody>
                  <a:tcPr marL="91440" marR="91440" marT="45720" marB="45720" anchor="ctr">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2</a:t>
                      </a:r>
                    </a:p>
                  </a:txBody>
                  <a:tcPr marL="91440" marR="91440" marT="45720" marB="45720" anchor="ctr">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0.4094</a:t>
                      </a:r>
                    </a:p>
                  </a:txBody>
                  <a:tcPr marL="91440" marR="91440" marT="45720" marB="45720" anchor="ctr">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1650" b="0">
                          <a:solidFill>
                            <a:srgbClr val="163B36"/>
                          </a:solidFill>
                          <a:latin typeface="Arial"/>
                          <a:ea typeface="Arial"/>
                          <a:cs typeface="Arial"/>
                        </a:rPr>
                        <a:t>16.5%</a:t>
                      </a:r>
                    </a:p>
                  </a:txBody>
                  <a:tcPr marL="91440" marR="91440" marT="45720" marB="45720" anchor="ctr">
                    <a:lnR w="9525">
                      <a:solidFill>
                        <a:srgbClr val="D3DFDA"/>
                      </a:solidFill>
                      <a:prstDash val="solid"/>
                    </a:lnR>
                    <a:lnB w="9525">
                      <a:solidFill>
                        <a:srgbClr val="D3DFDA"/>
                      </a:solidFill>
                      <a:prstDash val="solid"/>
                    </a:lnB>
                    <a:solidFill>
                      <a:srgbClr val="FFFFFF"/>
                    </a:solidFill>
                  </a:tcPr>
                </a:tc>
              </a:tr>
              <a:tr h="503464">
                <a:tc>
                  <a:txBody>
                    <a:bodyPr lIns="95250" tIns="95250" rIns="95250" bIns="95250"/>
                    <a:lstStyle/>
                    <a:p>
                      <a:pPr algn="l"/>
                      <a:r>
                        <a:rPr sz="1650" b="0">
                          <a:solidFill>
                            <a:srgbClr val="163B36"/>
                          </a:solidFill>
                          <a:latin typeface="Arial"/>
                          <a:ea typeface="Arial"/>
                          <a:cs typeface="Arial"/>
                        </a:rPr>
                        <a:t>6</a:t>
                      </a:r>
                    </a:p>
                  </a:txBody>
                  <a:tcPr marL="91440" marR="91440" marT="45720" marB="45720" anchor="ctr">
                    <a:lnL w="9525">
                      <a:solidFill>
                        <a:srgbClr val="D3DFDA"/>
                      </a:solidFill>
                      <a:prstDash val="solid"/>
                    </a:lnL>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Contract_2.pdf</a:t>
                      </a:r>
                    </a:p>
                  </a:txBody>
                  <a:tcPr marL="91440" marR="91440" marT="45720" marB="45720" anchor="ctr">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1</a:t>
                      </a:r>
                    </a:p>
                  </a:txBody>
                  <a:tcPr marL="91440" marR="91440" marT="45720" marB="45720" anchor="ctr">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3</a:t>
                      </a:r>
                    </a:p>
                  </a:txBody>
                  <a:tcPr marL="91440" marR="91440" marT="45720" marB="45720" anchor="ctr">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0.3856</a:t>
                      </a:r>
                    </a:p>
                  </a:txBody>
                  <a:tcPr marL="91440" marR="91440" marT="45720" marB="45720" anchor="ctr">
                    <a:lnR w="9525">
                      <a:solidFill>
                        <a:srgbClr val="D3DFDA"/>
                      </a:solidFill>
                      <a:prstDash val="solid"/>
                    </a:lnR>
                    <a:lnB w="9525">
                      <a:solidFill>
                        <a:srgbClr val="D3DFDA"/>
                      </a:solidFill>
                      <a:prstDash val="solid"/>
                    </a:lnB>
                    <a:solidFill>
                      <a:srgbClr val="DDEFE6"/>
                    </a:solidFill>
                  </a:tcPr>
                </a:tc>
                <a:tc>
                  <a:txBody>
                    <a:bodyPr lIns="95250" tIns="95250" rIns="95250" bIns="95250"/>
                    <a:lstStyle/>
                    <a:p>
                      <a:pPr algn="ctr"/>
                      <a:r>
                        <a:rPr sz="1650" b="0">
                          <a:solidFill>
                            <a:srgbClr val="163B36"/>
                          </a:solidFill>
                          <a:latin typeface="Arial"/>
                          <a:ea typeface="Arial"/>
                          <a:cs typeface="Arial"/>
                        </a:rPr>
                        <a:t>15.6%</a:t>
                      </a:r>
                    </a:p>
                  </a:txBody>
                  <a:tcPr marL="91440" marR="91440" marT="45720" marB="45720" anchor="ctr">
                    <a:lnR w="9525">
                      <a:solidFill>
                        <a:srgbClr val="D3DFDA"/>
                      </a:solidFill>
                      <a:prstDash val="solid"/>
                    </a:lnR>
                    <a:lnB w="9525">
                      <a:solidFill>
                        <a:srgbClr val="D3DFDA"/>
                      </a:solidFill>
                      <a:prstDash val="solid"/>
                    </a:lnB>
                    <a:solidFill>
                      <a:srgbClr val="DDEFE6"/>
                    </a:solidFill>
                  </a:tcPr>
                </a:tc>
              </a:tr>
            </a:tbl>
          </a:graphicData>
        </a:graphic>
      </p:graphicFrame>
      <p:sp>
        <p:nvSpPr>
          <p:cNvPr id="6" name="text-50">
            <a:extLst xmlns:a="http://schemas.openxmlformats.org/drawingml/2006/main">
              <a:ext uri="{FF2B5EF4-FFF2-40B4-BE49-F238E27FC236}">
                <a16:creationId xmlns:a16="http://schemas.microsoft.com/office/drawing/2014/main" id="{4D666057-D592-4214-B283-FB2DD2022B79}"/>
              </a:ext>
            </a:extLst>
          </p:cNvPr>
          <p:cNvSpPr>
            <a:spLocks xmlns:a="http://schemas.openxmlformats.org/drawingml/2006/main" noGrp="1"/>
          </p:cNvSpPr>
          <p:nvPr/>
        </p:nvSpPr>
        <p:spPr>
          <a:xfrm xmlns:a="http://schemas.openxmlformats.org/drawingml/2006/main">
            <a:off x="8953500" y="2076450"/>
            <a:ext cx="2619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3B36"/>
                </a:solidFill>
                <a:latin typeface="Arial"/>
                <a:ea typeface="Arial"/>
                <a:cs typeface="Arial"/>
              </a:defRPr>
            </a:defPPr>
            <a:lvl1pPr algn="l">
              <a:defRPr sz="2025" b="1">
                <a:solidFill>
                  <a:srgbClr val="163B36"/>
                </a:solidFill>
                <a:latin typeface="Arial"/>
                <a:ea typeface="Arial"/>
                <a:cs typeface="Arial"/>
              </a:defRPr>
            </a:lvl1pPr>
            <a:lvl2pPr algn="l">
              <a:defRPr sz="2025" b="1">
                <a:solidFill>
                  <a:srgbClr val="163B36"/>
                </a:solidFill>
                <a:latin typeface="Arial"/>
                <a:ea typeface="Arial"/>
                <a:cs typeface="Arial"/>
              </a:defRPr>
            </a:lvl2pPr>
            <a:lvl3pPr algn="l">
              <a:defRPr sz="2025" b="1">
                <a:solidFill>
                  <a:srgbClr val="163B36"/>
                </a:solidFill>
                <a:latin typeface="Arial"/>
                <a:ea typeface="Arial"/>
                <a:cs typeface="Arial"/>
              </a:defRPr>
            </a:lvl3pPr>
            <a:lvl4pPr algn="l">
              <a:defRPr sz="2025" b="1">
                <a:solidFill>
                  <a:srgbClr val="163B36"/>
                </a:solidFill>
                <a:latin typeface="Arial"/>
                <a:ea typeface="Arial"/>
                <a:cs typeface="Arial"/>
              </a:defRPr>
            </a:lvl4pPr>
            <a:lvl5pPr algn="l">
              <a:defRPr sz="2025" b="1">
                <a:solidFill>
                  <a:srgbClr val="163B36"/>
                </a:solidFill>
                <a:latin typeface="Arial"/>
                <a:ea typeface="Arial"/>
                <a:cs typeface="Arial"/>
              </a:defRPr>
            </a:lvl5pPr>
            <a:lvl6pPr algn="l">
              <a:defRPr sz="2025" b="1">
                <a:solidFill>
                  <a:srgbClr val="163B36"/>
                </a:solidFill>
                <a:latin typeface="Arial"/>
                <a:ea typeface="Arial"/>
                <a:cs typeface="Arial"/>
              </a:defRPr>
            </a:lvl6pPr>
            <a:lvl7pPr algn="l">
              <a:defRPr sz="2025" b="1">
                <a:solidFill>
                  <a:srgbClr val="163B36"/>
                </a:solidFill>
                <a:latin typeface="Arial"/>
                <a:ea typeface="Arial"/>
                <a:cs typeface="Arial"/>
              </a:defRPr>
            </a:lvl7pPr>
            <a:lvl8pPr algn="l">
              <a:defRPr sz="2025" b="1">
                <a:solidFill>
                  <a:srgbClr val="163B36"/>
                </a:solidFill>
                <a:latin typeface="Arial"/>
                <a:ea typeface="Arial"/>
                <a:cs typeface="Arial"/>
              </a:defRPr>
            </a:lvl8pPr>
            <a:lvl9pPr algn="l">
              <a:defRPr sz="2025" b="1">
                <a:solidFill>
                  <a:srgbClr val="163B36"/>
                </a:solidFill>
                <a:latin typeface="Arial"/>
                <a:ea typeface="Arial"/>
                <a:cs typeface="Arial"/>
              </a:defRPr>
            </a:lvl9pPr>
          </a:lstStyle>
          <a:p xmlns:a="http://schemas.openxmlformats.org/drawingml/2006/main">
            <a:pPr algn="l">
              <a:defRPr sz="2025" b="1">
                <a:solidFill>
                  <a:srgbClr val="163B36"/>
                </a:solidFill>
                <a:latin typeface="Arial"/>
                <a:ea typeface="Arial"/>
                <a:cs typeface="Arial"/>
              </a:defRPr>
            </a:pPr>
            <a:r>
              <a:rPr sz="2025" b="1">
                <a:solidFill>
                  <a:srgbClr val="163B36"/>
                </a:solidFill>
                <a:latin typeface="Arial"/>
                <a:ea typeface="Arial"/>
                <a:cs typeface="Arial"/>
              </a:rPr>
              <a:t>Required amount evidence</a:t>
            </a:r>
          </a:p>
        </p:txBody>
      </p:sp>
      <p:sp>
        <p:nvSpPr>
          <p:cNvPr id="7" name="text-51">
            <a:extLst xmlns:a="http://schemas.openxmlformats.org/drawingml/2006/main">
              <a:ext uri="{FF2B5EF4-FFF2-40B4-BE49-F238E27FC236}">
                <a16:creationId xmlns:a16="http://schemas.microsoft.com/office/drawing/2014/main" id="{6AC9FF16-D856-482D-B87C-BAAF755FA393}"/>
              </a:ext>
            </a:extLst>
          </p:cNvPr>
          <p:cNvSpPr>
            <a:spLocks xmlns:a="http://schemas.openxmlformats.org/drawingml/2006/main" noGrp="1"/>
          </p:cNvSpPr>
          <p:nvPr/>
        </p:nvSpPr>
        <p:spPr>
          <a:xfrm xmlns:a="http://schemas.openxmlformats.org/drawingml/2006/main">
            <a:off x="8953500" y="2952750"/>
            <a:ext cx="2619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3B36"/>
                </a:solidFill>
                <a:latin typeface="Arial"/>
                <a:ea typeface="Arial"/>
                <a:cs typeface="Arial"/>
              </a:defRPr>
            </a:defPPr>
            <a:lvl1pPr algn="l">
              <a:defRPr sz="1875" b="0">
                <a:solidFill>
                  <a:srgbClr val="163B36"/>
                </a:solidFill>
                <a:latin typeface="Arial"/>
                <a:ea typeface="Arial"/>
                <a:cs typeface="Arial"/>
              </a:defRPr>
            </a:lvl1pPr>
            <a:lvl2pPr algn="l">
              <a:defRPr sz="1875" b="0">
                <a:solidFill>
                  <a:srgbClr val="163B36"/>
                </a:solidFill>
                <a:latin typeface="Arial"/>
                <a:ea typeface="Arial"/>
                <a:cs typeface="Arial"/>
              </a:defRPr>
            </a:lvl2pPr>
            <a:lvl3pPr algn="l">
              <a:defRPr sz="1875" b="0">
                <a:solidFill>
                  <a:srgbClr val="163B36"/>
                </a:solidFill>
                <a:latin typeface="Arial"/>
                <a:ea typeface="Arial"/>
                <a:cs typeface="Arial"/>
              </a:defRPr>
            </a:lvl3pPr>
            <a:lvl4pPr algn="l">
              <a:defRPr sz="1875" b="0">
                <a:solidFill>
                  <a:srgbClr val="163B36"/>
                </a:solidFill>
                <a:latin typeface="Arial"/>
                <a:ea typeface="Arial"/>
                <a:cs typeface="Arial"/>
              </a:defRPr>
            </a:lvl4pPr>
            <a:lvl5pPr algn="l">
              <a:defRPr sz="1875" b="0">
                <a:solidFill>
                  <a:srgbClr val="163B36"/>
                </a:solidFill>
                <a:latin typeface="Arial"/>
                <a:ea typeface="Arial"/>
                <a:cs typeface="Arial"/>
              </a:defRPr>
            </a:lvl5pPr>
            <a:lvl6pPr algn="l">
              <a:defRPr sz="1875" b="0">
                <a:solidFill>
                  <a:srgbClr val="163B36"/>
                </a:solidFill>
                <a:latin typeface="Arial"/>
                <a:ea typeface="Arial"/>
                <a:cs typeface="Arial"/>
              </a:defRPr>
            </a:lvl6pPr>
            <a:lvl7pPr algn="l">
              <a:defRPr sz="1875" b="0">
                <a:solidFill>
                  <a:srgbClr val="163B36"/>
                </a:solidFill>
                <a:latin typeface="Arial"/>
                <a:ea typeface="Arial"/>
                <a:cs typeface="Arial"/>
              </a:defRPr>
            </a:lvl7pPr>
            <a:lvl8pPr algn="l">
              <a:defRPr sz="1875" b="0">
                <a:solidFill>
                  <a:srgbClr val="163B36"/>
                </a:solidFill>
                <a:latin typeface="Arial"/>
                <a:ea typeface="Arial"/>
                <a:cs typeface="Arial"/>
              </a:defRPr>
            </a:lvl8pPr>
            <a:lvl9pPr algn="l">
              <a:defRPr sz="1875" b="0">
                <a:solidFill>
                  <a:srgbClr val="163B36"/>
                </a:solidFill>
                <a:latin typeface="Arial"/>
                <a:ea typeface="Arial"/>
                <a:cs typeface="Arial"/>
              </a:defRPr>
            </a:lvl9pPr>
          </a:lstStyle>
          <a:p xmlns:a="http://schemas.openxmlformats.org/drawingml/2006/main">
            <a:pPr algn="l">
              <a:defRPr sz="1875" b="0">
                <a:solidFill>
                  <a:srgbClr val="163B36"/>
                </a:solidFill>
                <a:latin typeface="Arial"/>
                <a:ea typeface="Arial"/>
                <a:cs typeface="Arial"/>
              </a:defRPr>
            </a:pPr>
            <a:r>
              <a:rPr sz="1875" b="0">
                <a:solidFill>
                  <a:srgbClr val="163B36"/>
                </a:solidFill>
                <a:latin typeface="Arial"/>
                <a:ea typeface="Arial"/>
                <a:cs typeface="Arial"/>
              </a:rPr>
              <a:t>Contract_1: context 1</a:t>
            </a:r>
          </a:p>
          <a:p xmlns:a="http://schemas.openxmlformats.org/drawingml/2006/main">
            <a:pPr algn="l">
              <a:defRPr sz="1875" b="0">
                <a:solidFill>
                  <a:srgbClr val="163B36"/>
                </a:solidFill>
                <a:latin typeface="Arial"/>
                <a:ea typeface="Arial"/>
                <a:cs typeface="Arial"/>
              </a:defRPr>
            </a:pPr>
            <a:r>
              <a:rPr sz="1875" b="0">
                <a:solidFill>
                  <a:srgbClr val="163B36"/>
                </a:solidFill>
                <a:latin typeface="Arial"/>
                <a:ea typeface="Arial"/>
                <a:cs typeface="Arial"/>
              </a:rPr>
              <a:t>Contract_2: context 6</a:t>
            </a:r>
          </a:p>
        </p:txBody>
      </p:sp>
      <p:sp>
        <p:nvSpPr>
          <p:cNvPr id="8" name="text-52">
            <a:extLst xmlns:a="http://schemas.openxmlformats.org/drawingml/2006/main">
              <a:ext uri="{FF2B5EF4-FFF2-40B4-BE49-F238E27FC236}">
                <a16:creationId xmlns:a16="http://schemas.microsoft.com/office/drawing/2014/main" id="{025AFEDB-7BAE-4348-A37D-B7E107C27C7E}"/>
              </a:ext>
            </a:extLst>
          </p:cNvPr>
          <p:cNvSpPr>
            <a:spLocks xmlns:a="http://schemas.openxmlformats.org/drawingml/2006/main" noGrp="1"/>
          </p:cNvSpPr>
          <p:nvPr/>
        </p:nvSpPr>
        <p:spPr>
          <a:xfrm xmlns:a="http://schemas.openxmlformats.org/drawingml/2006/main">
            <a:off x="8953500" y="4143375"/>
            <a:ext cx="2619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C67"/>
                </a:solidFill>
                <a:latin typeface="Arial"/>
                <a:ea typeface="Arial"/>
                <a:cs typeface="Arial"/>
              </a:defRPr>
            </a:defPPr>
            <a:lvl1pPr algn="l">
              <a:defRPr sz="1725" b="0">
                <a:solidFill>
                  <a:srgbClr val="536C67"/>
                </a:solidFill>
                <a:latin typeface="Arial"/>
                <a:ea typeface="Arial"/>
                <a:cs typeface="Arial"/>
              </a:defRPr>
            </a:lvl1pPr>
            <a:lvl2pPr algn="l">
              <a:defRPr sz="1725" b="0">
                <a:solidFill>
                  <a:srgbClr val="536C67"/>
                </a:solidFill>
                <a:latin typeface="Arial"/>
                <a:ea typeface="Arial"/>
                <a:cs typeface="Arial"/>
              </a:defRPr>
            </a:lvl2pPr>
            <a:lvl3pPr algn="l">
              <a:defRPr sz="1725" b="0">
                <a:solidFill>
                  <a:srgbClr val="536C67"/>
                </a:solidFill>
                <a:latin typeface="Arial"/>
                <a:ea typeface="Arial"/>
                <a:cs typeface="Arial"/>
              </a:defRPr>
            </a:lvl3pPr>
            <a:lvl4pPr algn="l">
              <a:defRPr sz="1725" b="0">
                <a:solidFill>
                  <a:srgbClr val="536C67"/>
                </a:solidFill>
                <a:latin typeface="Arial"/>
                <a:ea typeface="Arial"/>
                <a:cs typeface="Arial"/>
              </a:defRPr>
            </a:lvl4pPr>
            <a:lvl5pPr algn="l">
              <a:defRPr sz="1725" b="0">
                <a:solidFill>
                  <a:srgbClr val="536C67"/>
                </a:solidFill>
                <a:latin typeface="Arial"/>
                <a:ea typeface="Arial"/>
                <a:cs typeface="Arial"/>
              </a:defRPr>
            </a:lvl5pPr>
            <a:lvl6pPr algn="l">
              <a:defRPr sz="1725" b="0">
                <a:solidFill>
                  <a:srgbClr val="536C67"/>
                </a:solidFill>
                <a:latin typeface="Arial"/>
                <a:ea typeface="Arial"/>
                <a:cs typeface="Arial"/>
              </a:defRPr>
            </a:lvl6pPr>
            <a:lvl7pPr algn="l">
              <a:defRPr sz="1725" b="0">
                <a:solidFill>
                  <a:srgbClr val="536C67"/>
                </a:solidFill>
                <a:latin typeface="Arial"/>
                <a:ea typeface="Arial"/>
                <a:cs typeface="Arial"/>
              </a:defRPr>
            </a:lvl7pPr>
            <a:lvl8pPr algn="l">
              <a:defRPr sz="1725" b="0">
                <a:solidFill>
                  <a:srgbClr val="536C67"/>
                </a:solidFill>
                <a:latin typeface="Arial"/>
                <a:ea typeface="Arial"/>
                <a:cs typeface="Arial"/>
              </a:defRPr>
            </a:lvl8pPr>
            <a:lvl9pPr algn="l">
              <a:defRPr sz="1725" b="0">
                <a:solidFill>
                  <a:srgbClr val="536C67"/>
                </a:solidFill>
                <a:latin typeface="Arial"/>
                <a:ea typeface="Arial"/>
                <a:cs typeface="Arial"/>
              </a:defRPr>
            </a:lvl9pPr>
          </a:lstStyle>
          <a:p xmlns:a="http://schemas.openxmlformats.org/drawingml/2006/main">
            <a:pPr algn="l">
              <a:defRPr sz="1725" b="0">
                <a:solidFill>
                  <a:srgbClr val="536C67"/>
                </a:solidFill>
                <a:latin typeface="Arial"/>
                <a:ea typeface="Arial"/>
                <a:cs typeface="Arial"/>
              </a:defRPr>
            </a:pPr>
            <a:r>
              <a:rPr sz="1725" b="0">
                <a:solidFill>
                  <a:srgbClr val="536C67"/>
                </a:solidFill>
                <a:latin typeface="Arial"/>
                <a:ea typeface="Arial"/>
                <a:cs typeface="Arial"/>
              </a:rPr>
              <a:t>Source rank is local</a:t>
            </a:r>
          </a:p>
          <a:p xmlns:a="http://schemas.openxmlformats.org/drawingml/2006/main">
            <a:pPr algn="l">
              <a:defRPr sz="1725" b="0">
                <a:solidFill>
                  <a:srgbClr val="536C67"/>
                </a:solidFill>
                <a:latin typeface="Arial"/>
                <a:ea typeface="Arial"/>
                <a:cs typeface="Arial"/>
              </a:defRPr>
            </a:pPr>
            <a:r>
              <a:rPr sz="1725" b="0">
                <a:solidFill>
                  <a:srgbClr val="536C67"/>
                </a:solidFill>
                <a:latin typeface="Arial"/>
                <a:ea typeface="Arial"/>
                <a:cs typeface="Arial"/>
              </a:rPr>
              <a:t>to each contract search.</a:t>
            </a:r>
          </a:p>
        </p:txBody>
      </p:sp>
      <p:sp>
        <p:nvSpPr>
          <p:cNvPr id="9" name="text-53">
            <a:extLst xmlns:a="http://schemas.openxmlformats.org/drawingml/2006/main">
              <a:ext uri="{FF2B5EF4-FFF2-40B4-BE49-F238E27FC236}">
                <a16:creationId xmlns:a16="http://schemas.microsoft.com/office/drawing/2014/main" id="{6E12D89C-52E3-4A71-9002-8E3EFBCDF625}"/>
              </a:ext>
            </a:extLst>
          </p:cNvPr>
          <p:cNvSpPr>
            <a:spLocks xmlns:a="http://schemas.openxmlformats.org/drawingml/2006/main" noGrp="1"/>
          </p:cNvSpPr>
          <p:nvPr/>
        </p:nvSpPr>
        <p:spPr>
          <a:xfrm xmlns:a="http://schemas.openxmlformats.org/drawingml/2006/main">
            <a:off x="609600" y="58864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C67"/>
                </a:solidFill>
                <a:latin typeface="Arial"/>
                <a:ea typeface="Arial"/>
                <a:cs typeface="Arial"/>
              </a:defRPr>
            </a:defPPr>
            <a:lvl1pPr algn="l">
              <a:defRPr sz="1575" b="0">
                <a:solidFill>
                  <a:srgbClr val="536C67"/>
                </a:solidFill>
                <a:latin typeface="Arial"/>
                <a:ea typeface="Arial"/>
                <a:cs typeface="Arial"/>
              </a:defRPr>
            </a:lvl1pPr>
            <a:lvl2pPr algn="l">
              <a:defRPr sz="1575" b="0">
                <a:solidFill>
                  <a:srgbClr val="536C67"/>
                </a:solidFill>
                <a:latin typeface="Arial"/>
                <a:ea typeface="Arial"/>
                <a:cs typeface="Arial"/>
              </a:defRPr>
            </a:lvl2pPr>
            <a:lvl3pPr algn="l">
              <a:defRPr sz="1575" b="0">
                <a:solidFill>
                  <a:srgbClr val="536C67"/>
                </a:solidFill>
                <a:latin typeface="Arial"/>
                <a:ea typeface="Arial"/>
                <a:cs typeface="Arial"/>
              </a:defRPr>
            </a:lvl3pPr>
            <a:lvl4pPr algn="l">
              <a:defRPr sz="1575" b="0">
                <a:solidFill>
                  <a:srgbClr val="536C67"/>
                </a:solidFill>
                <a:latin typeface="Arial"/>
                <a:ea typeface="Arial"/>
                <a:cs typeface="Arial"/>
              </a:defRPr>
            </a:lvl4pPr>
            <a:lvl5pPr algn="l">
              <a:defRPr sz="1575" b="0">
                <a:solidFill>
                  <a:srgbClr val="536C67"/>
                </a:solidFill>
                <a:latin typeface="Arial"/>
                <a:ea typeface="Arial"/>
                <a:cs typeface="Arial"/>
              </a:defRPr>
            </a:lvl5pPr>
            <a:lvl6pPr algn="l">
              <a:defRPr sz="1575" b="0">
                <a:solidFill>
                  <a:srgbClr val="536C67"/>
                </a:solidFill>
                <a:latin typeface="Arial"/>
                <a:ea typeface="Arial"/>
                <a:cs typeface="Arial"/>
              </a:defRPr>
            </a:lvl6pPr>
            <a:lvl7pPr algn="l">
              <a:defRPr sz="1575" b="0">
                <a:solidFill>
                  <a:srgbClr val="536C67"/>
                </a:solidFill>
                <a:latin typeface="Arial"/>
                <a:ea typeface="Arial"/>
                <a:cs typeface="Arial"/>
              </a:defRPr>
            </a:lvl7pPr>
            <a:lvl8pPr algn="l">
              <a:defRPr sz="1575" b="0">
                <a:solidFill>
                  <a:srgbClr val="536C67"/>
                </a:solidFill>
                <a:latin typeface="Arial"/>
                <a:ea typeface="Arial"/>
                <a:cs typeface="Arial"/>
              </a:defRPr>
            </a:lvl8pPr>
            <a:lvl9pPr algn="l">
              <a:defRPr sz="1575" b="0">
                <a:solidFill>
                  <a:srgbClr val="536C67"/>
                </a:solidFill>
                <a:latin typeface="Arial"/>
                <a:ea typeface="Arial"/>
                <a:cs typeface="Arial"/>
              </a:defRPr>
            </a:lvl9pPr>
          </a:lstStyle>
          <a:p xmlns:a="http://schemas.openxmlformats.org/drawingml/2006/main">
            <a:pPr algn="l">
              <a:defRPr sz="1575" b="0">
                <a:solidFill>
                  <a:srgbClr val="536C67"/>
                </a:solidFill>
                <a:latin typeface="Arial"/>
                <a:ea typeface="Arial"/>
                <a:cs typeface="Arial"/>
              </a:defRPr>
            </a:pPr>
            <a:r>
              <a:rPr sz="1575" b="0">
                <a:solidFill>
                  <a:srgbClr val="536C67"/>
                </a:solidFill>
                <a:latin typeface="Arial"/>
                <a:ea typeface="Arial"/>
                <a:cs typeface="Arial"/>
              </a:rPr>
              <a:t>Share = positive score / sum of positive scores in the run</a:t>
            </a:r>
          </a:p>
        </p:txBody>
      </p:sp>
    </p:spTree>
    <p:extLst>
      <p:ext uri="{BB962C8B-B14F-4D97-AF65-F5344CB8AC3E}">
        <p14:creationId xmlns:p14="http://schemas.microsoft.com/office/powerpoint/2010/main" val="2256672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F58A95BF-4A16-4091-8079-2424ACB3477A}"/>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Example question   Financing period</a:t>
            </a:r>
          </a:p>
        </p:txBody>
      </p:sp>
      <p:sp>
        <p:nvSpPr>
          <p:cNvPr id="2" name="text-54">
            <a:extLst xmlns:a="http://schemas.openxmlformats.org/drawingml/2006/main">
              <a:ext uri="{FF2B5EF4-FFF2-40B4-BE49-F238E27FC236}">
                <a16:creationId xmlns:a16="http://schemas.microsoft.com/office/drawing/2014/main" id="{29F3E86A-F6F0-4702-893C-F27F061521E7}"/>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Reference answer. [R1] Contract_1.pdf, physical PDF page 2. This is not a newly executed live test.</a:t>
            </a:r>
          </a:p>
        </p:txBody>
      </p:sp>
      <p:sp>
        <p:nvSpPr>
          <p:cNvPr id="3" name="text-55">
            <a:extLst xmlns:a="http://schemas.openxmlformats.org/drawingml/2006/main">
              <a:ext uri="{FF2B5EF4-FFF2-40B4-BE49-F238E27FC236}">
                <a16:creationId xmlns:a16="http://schemas.microsoft.com/office/drawing/2014/main" id="{5A859E45-C372-4972-B820-34FB805427F5}"/>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07</a:t>
            </a:r>
          </a:p>
        </p:txBody>
      </p:sp>
      <p:sp>
        <p:nvSpPr>
          <p:cNvPr id="4" name="text-56">
            <a:extLst xmlns:a="http://schemas.openxmlformats.org/drawingml/2006/main">
              <a:ext uri="{FF2B5EF4-FFF2-40B4-BE49-F238E27FC236}">
                <a16:creationId xmlns:a16="http://schemas.microsoft.com/office/drawing/2014/main" id="{7548B626-CD5C-4CD7-8C87-987D786DA467}"/>
              </a:ext>
            </a:extLst>
          </p:cNvPr>
          <p:cNvSpPr>
            <a:spLocks xmlns:a="http://schemas.openxmlformats.org/drawingml/2006/main" noGrp="1"/>
          </p:cNvSpPr>
          <p:nvPr/>
        </p:nvSpPr>
        <p:spPr>
          <a:xfrm xmlns:a="http://schemas.openxmlformats.org/drawingml/2006/main">
            <a:off x="609600" y="138112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QUESTION</a:t>
            </a:r>
          </a:p>
        </p:txBody>
      </p:sp>
      <p:sp>
        <p:nvSpPr>
          <p:cNvPr id="5" name="text-57">
            <a:extLst xmlns:a="http://schemas.openxmlformats.org/drawingml/2006/main">
              <a:ext uri="{FF2B5EF4-FFF2-40B4-BE49-F238E27FC236}">
                <a16:creationId xmlns:a16="http://schemas.microsoft.com/office/drawing/2014/main" id="{A3BAC046-68A1-4CC2-900E-790D3E8ED5DB}"/>
              </a:ext>
            </a:extLst>
          </p:cNvPr>
          <p:cNvSpPr>
            <a:spLocks xmlns:a="http://schemas.openxmlformats.org/drawingml/2006/main" noGrp="1"/>
          </p:cNvSpPr>
          <p:nvPr/>
        </p:nvSpPr>
        <p:spPr>
          <a:xfrm xmlns:a="http://schemas.openxmlformats.org/drawingml/2006/main">
            <a:off x="609600" y="17907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63B36"/>
                </a:solidFill>
                <a:latin typeface="Arial"/>
                <a:ea typeface="Arial"/>
                <a:cs typeface="Arial"/>
              </a:defRPr>
            </a:defPPr>
            <a:lvl1pPr algn="l">
              <a:defRPr sz="2550" b="1">
                <a:solidFill>
                  <a:srgbClr val="163B36"/>
                </a:solidFill>
                <a:latin typeface="Arial"/>
                <a:ea typeface="Arial"/>
                <a:cs typeface="Arial"/>
              </a:defRPr>
            </a:lvl1pPr>
            <a:lvl2pPr algn="l">
              <a:defRPr sz="2550" b="1">
                <a:solidFill>
                  <a:srgbClr val="163B36"/>
                </a:solidFill>
                <a:latin typeface="Arial"/>
                <a:ea typeface="Arial"/>
                <a:cs typeface="Arial"/>
              </a:defRPr>
            </a:lvl2pPr>
            <a:lvl3pPr algn="l">
              <a:defRPr sz="2550" b="1">
                <a:solidFill>
                  <a:srgbClr val="163B36"/>
                </a:solidFill>
                <a:latin typeface="Arial"/>
                <a:ea typeface="Arial"/>
                <a:cs typeface="Arial"/>
              </a:defRPr>
            </a:lvl3pPr>
            <a:lvl4pPr algn="l">
              <a:defRPr sz="2550" b="1">
                <a:solidFill>
                  <a:srgbClr val="163B36"/>
                </a:solidFill>
                <a:latin typeface="Arial"/>
                <a:ea typeface="Arial"/>
                <a:cs typeface="Arial"/>
              </a:defRPr>
            </a:lvl4pPr>
            <a:lvl5pPr algn="l">
              <a:defRPr sz="2550" b="1">
                <a:solidFill>
                  <a:srgbClr val="163B36"/>
                </a:solidFill>
                <a:latin typeface="Arial"/>
                <a:ea typeface="Arial"/>
                <a:cs typeface="Arial"/>
              </a:defRPr>
            </a:lvl5pPr>
            <a:lvl6pPr algn="l">
              <a:defRPr sz="2550" b="1">
                <a:solidFill>
                  <a:srgbClr val="163B36"/>
                </a:solidFill>
                <a:latin typeface="Arial"/>
                <a:ea typeface="Arial"/>
                <a:cs typeface="Arial"/>
              </a:defRPr>
            </a:lvl6pPr>
            <a:lvl7pPr algn="l">
              <a:defRPr sz="2550" b="1">
                <a:solidFill>
                  <a:srgbClr val="163B36"/>
                </a:solidFill>
                <a:latin typeface="Arial"/>
                <a:ea typeface="Arial"/>
                <a:cs typeface="Arial"/>
              </a:defRPr>
            </a:lvl7pPr>
            <a:lvl8pPr algn="l">
              <a:defRPr sz="2550" b="1">
                <a:solidFill>
                  <a:srgbClr val="163B36"/>
                </a:solidFill>
                <a:latin typeface="Arial"/>
                <a:ea typeface="Arial"/>
                <a:cs typeface="Arial"/>
              </a:defRPr>
            </a:lvl8pPr>
            <a:lvl9pPr algn="l">
              <a:defRPr sz="2550" b="1">
                <a:solidFill>
                  <a:srgbClr val="163B36"/>
                </a:solidFill>
                <a:latin typeface="Arial"/>
                <a:ea typeface="Arial"/>
                <a:cs typeface="Arial"/>
              </a:defRPr>
            </a:lvl9pPr>
          </a:lstStyle>
          <a:p xmlns:a="http://schemas.openxmlformats.org/drawingml/2006/main">
            <a:pPr algn="l">
              <a:defRPr sz="2550" b="1">
                <a:solidFill>
                  <a:srgbClr val="163B36"/>
                </a:solidFill>
                <a:latin typeface="Arial"/>
                <a:ea typeface="Arial"/>
                <a:cs typeface="Arial"/>
              </a:defRPr>
            </a:pPr>
            <a:r>
              <a:rPr sz="2550" b="1">
                <a:solidFill>
                  <a:srgbClr val="163B36"/>
                </a:solidFill>
                <a:latin typeface="Arial"/>
                <a:ea typeface="Arial"/>
                <a:cs typeface="Arial"/>
              </a:rPr>
              <a:t>What financing period is stated in Contract_1.pdf?</a:t>
            </a:r>
          </a:p>
        </p:txBody>
      </p:sp>
      <p:sp>
        <p:nvSpPr>
          <p:cNvPr id="6" name="text-58">
            <a:extLst xmlns:a="http://schemas.openxmlformats.org/drawingml/2006/main">
              <a:ext uri="{FF2B5EF4-FFF2-40B4-BE49-F238E27FC236}">
                <a16:creationId xmlns:a16="http://schemas.microsoft.com/office/drawing/2014/main" id="{18FA1350-5F55-444E-A5CA-F47D814BB0FE}"/>
              </a:ext>
            </a:extLst>
          </p:cNvPr>
          <p:cNvSpPr>
            <a:spLocks xmlns:a="http://schemas.openxmlformats.org/drawingml/2006/main" noGrp="1"/>
          </p:cNvSpPr>
          <p:nvPr/>
        </p:nvSpPr>
        <p:spPr>
          <a:xfrm xmlns:a="http://schemas.openxmlformats.org/drawingml/2006/main">
            <a:off x="609600" y="29527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EXPECTED ANSWER</a:t>
            </a:r>
          </a:p>
        </p:txBody>
      </p:sp>
      <p:sp>
        <p:nvSpPr>
          <p:cNvPr id="7" name="text-59">
            <a:extLst xmlns:a="http://schemas.openxmlformats.org/drawingml/2006/main">
              <a:ext uri="{FF2B5EF4-FFF2-40B4-BE49-F238E27FC236}">
                <a16:creationId xmlns:a16="http://schemas.microsoft.com/office/drawing/2014/main" id="{720A991D-CFD3-494A-BFD5-004A53ED6027}"/>
              </a:ext>
            </a:extLst>
          </p:cNvPr>
          <p:cNvSpPr>
            <a:spLocks xmlns:a="http://schemas.openxmlformats.org/drawingml/2006/main" noGrp="1"/>
          </p:cNvSpPr>
          <p:nvPr/>
        </p:nvSpPr>
        <p:spPr>
          <a:xfrm xmlns:a="http://schemas.openxmlformats.org/drawingml/2006/main">
            <a:off x="609600" y="3381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26C60"/>
                </a:solidFill>
                <a:latin typeface="Arial"/>
                <a:ea typeface="Arial"/>
                <a:cs typeface="Arial"/>
              </a:defRPr>
            </a:defPPr>
            <a:lvl1pPr algn="l">
              <a:defRPr sz="2700" b="1">
                <a:solidFill>
                  <a:srgbClr val="126C60"/>
                </a:solidFill>
                <a:latin typeface="Arial"/>
                <a:ea typeface="Arial"/>
                <a:cs typeface="Arial"/>
              </a:defRPr>
            </a:lvl1pPr>
            <a:lvl2pPr algn="l">
              <a:defRPr sz="2700" b="1">
                <a:solidFill>
                  <a:srgbClr val="126C60"/>
                </a:solidFill>
                <a:latin typeface="Arial"/>
                <a:ea typeface="Arial"/>
                <a:cs typeface="Arial"/>
              </a:defRPr>
            </a:lvl2pPr>
            <a:lvl3pPr algn="l">
              <a:defRPr sz="2700" b="1">
                <a:solidFill>
                  <a:srgbClr val="126C60"/>
                </a:solidFill>
                <a:latin typeface="Arial"/>
                <a:ea typeface="Arial"/>
                <a:cs typeface="Arial"/>
              </a:defRPr>
            </a:lvl3pPr>
            <a:lvl4pPr algn="l">
              <a:defRPr sz="2700" b="1">
                <a:solidFill>
                  <a:srgbClr val="126C60"/>
                </a:solidFill>
                <a:latin typeface="Arial"/>
                <a:ea typeface="Arial"/>
                <a:cs typeface="Arial"/>
              </a:defRPr>
            </a:lvl4pPr>
            <a:lvl5pPr algn="l">
              <a:defRPr sz="2700" b="1">
                <a:solidFill>
                  <a:srgbClr val="126C60"/>
                </a:solidFill>
                <a:latin typeface="Arial"/>
                <a:ea typeface="Arial"/>
                <a:cs typeface="Arial"/>
              </a:defRPr>
            </a:lvl5pPr>
            <a:lvl6pPr algn="l">
              <a:defRPr sz="2700" b="1">
                <a:solidFill>
                  <a:srgbClr val="126C60"/>
                </a:solidFill>
                <a:latin typeface="Arial"/>
                <a:ea typeface="Arial"/>
                <a:cs typeface="Arial"/>
              </a:defRPr>
            </a:lvl6pPr>
            <a:lvl7pPr algn="l">
              <a:defRPr sz="2700" b="1">
                <a:solidFill>
                  <a:srgbClr val="126C60"/>
                </a:solidFill>
                <a:latin typeface="Arial"/>
                <a:ea typeface="Arial"/>
                <a:cs typeface="Arial"/>
              </a:defRPr>
            </a:lvl7pPr>
            <a:lvl8pPr algn="l">
              <a:defRPr sz="2700" b="1">
                <a:solidFill>
                  <a:srgbClr val="126C60"/>
                </a:solidFill>
                <a:latin typeface="Arial"/>
                <a:ea typeface="Arial"/>
                <a:cs typeface="Arial"/>
              </a:defRPr>
            </a:lvl8pPr>
            <a:lvl9pPr algn="l">
              <a:defRPr sz="2700" b="1">
                <a:solidFill>
                  <a:srgbClr val="126C60"/>
                </a:solidFill>
                <a:latin typeface="Arial"/>
                <a:ea typeface="Arial"/>
                <a:cs typeface="Arial"/>
              </a:defRPr>
            </a:lvl9pPr>
          </a:lstStyle>
          <a:p xmlns:a="http://schemas.openxmlformats.org/drawingml/2006/main">
            <a:pPr algn="l">
              <a:defRPr sz="2700" b="1">
                <a:solidFill>
                  <a:srgbClr val="126C60"/>
                </a:solidFill>
                <a:latin typeface="Arial"/>
                <a:ea typeface="Arial"/>
                <a:cs typeface="Arial"/>
              </a:defRPr>
            </a:pPr>
            <a:r>
              <a:rPr sz="2700" b="1">
                <a:solidFill>
                  <a:srgbClr val="126C60"/>
                </a:solidFill>
                <a:latin typeface="Arial"/>
                <a:ea typeface="Arial"/>
                <a:cs typeface="Arial"/>
              </a:rPr>
              <a:t>Up to 60 months, unless otherwise agreed</a:t>
            </a:r>
          </a:p>
          <a:p xmlns:a="http://schemas.openxmlformats.org/drawingml/2006/main">
            <a:pPr algn="l">
              <a:defRPr sz="2700" b="1">
                <a:solidFill>
                  <a:srgbClr val="126C60"/>
                </a:solidFill>
                <a:latin typeface="Arial"/>
                <a:ea typeface="Arial"/>
                <a:cs typeface="Arial"/>
              </a:defRPr>
            </a:pPr>
            <a:r>
              <a:rPr sz="2700" b="1">
                <a:solidFill>
                  <a:srgbClr val="126C60"/>
                </a:solidFill>
                <a:latin typeface="Arial"/>
                <a:ea typeface="Arial"/>
                <a:cs typeface="Arial"/>
              </a:rPr>
              <a:t>upon by the parties. [R1]</a:t>
            </a:r>
          </a:p>
        </p:txBody>
      </p:sp>
      <p:sp>
        <p:nvSpPr>
          <p:cNvPr id="8" name="text-60">
            <a:extLst xmlns:a="http://schemas.openxmlformats.org/drawingml/2006/main">
              <a:ext uri="{FF2B5EF4-FFF2-40B4-BE49-F238E27FC236}">
                <a16:creationId xmlns:a16="http://schemas.microsoft.com/office/drawing/2014/main" id="{E116EE7D-5D56-4761-835B-F52652B23026}"/>
              </a:ext>
            </a:extLst>
          </p:cNvPr>
          <p:cNvSpPr>
            <a:spLocks xmlns:a="http://schemas.openxmlformats.org/drawingml/2006/main" noGrp="1"/>
          </p:cNvSpPr>
          <p:nvPr/>
        </p:nvSpPr>
        <p:spPr>
          <a:xfrm xmlns:a="http://schemas.openxmlformats.org/drawingml/2006/main">
            <a:off x="609600" y="47625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SOURCE EXCERPT</a:t>
            </a:r>
          </a:p>
        </p:txBody>
      </p:sp>
      <p:sp>
        <p:nvSpPr>
          <p:cNvPr id="9" name="text-61">
            <a:extLst xmlns:a="http://schemas.openxmlformats.org/drawingml/2006/main">
              <a:ext uri="{FF2B5EF4-FFF2-40B4-BE49-F238E27FC236}">
                <a16:creationId xmlns:a16="http://schemas.microsoft.com/office/drawing/2014/main" id="{D1528467-09E6-47DA-8787-176A4F236C63}"/>
              </a:ext>
            </a:extLst>
          </p:cNvPr>
          <p:cNvSpPr>
            <a:spLocks xmlns:a="http://schemas.openxmlformats.org/drawingml/2006/main" noGrp="1"/>
          </p:cNvSpPr>
          <p:nvPr/>
        </p:nvSpPr>
        <p:spPr>
          <a:xfrm xmlns:a="http://schemas.openxmlformats.org/drawingml/2006/main">
            <a:off x="609600" y="5181600"/>
            <a:ext cx="10715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63B36"/>
                </a:solidFill>
                <a:latin typeface="Arial"/>
                <a:ea typeface="Arial"/>
                <a:cs typeface="Arial"/>
              </a:defRPr>
            </a:defPPr>
            <a:lvl1pPr algn="l">
              <a:defRPr sz="1800" b="0">
                <a:solidFill>
                  <a:srgbClr val="163B36"/>
                </a:solidFill>
                <a:latin typeface="Arial"/>
                <a:ea typeface="Arial"/>
                <a:cs typeface="Arial"/>
              </a:defRPr>
            </a:lvl1pPr>
            <a:lvl2pPr algn="l">
              <a:defRPr sz="1800" b="0">
                <a:solidFill>
                  <a:srgbClr val="163B36"/>
                </a:solidFill>
                <a:latin typeface="Arial"/>
                <a:ea typeface="Arial"/>
                <a:cs typeface="Arial"/>
              </a:defRPr>
            </a:lvl2pPr>
            <a:lvl3pPr algn="l">
              <a:defRPr sz="1800" b="0">
                <a:solidFill>
                  <a:srgbClr val="163B36"/>
                </a:solidFill>
                <a:latin typeface="Arial"/>
                <a:ea typeface="Arial"/>
                <a:cs typeface="Arial"/>
              </a:defRPr>
            </a:lvl3pPr>
            <a:lvl4pPr algn="l">
              <a:defRPr sz="1800" b="0">
                <a:solidFill>
                  <a:srgbClr val="163B36"/>
                </a:solidFill>
                <a:latin typeface="Arial"/>
                <a:ea typeface="Arial"/>
                <a:cs typeface="Arial"/>
              </a:defRPr>
            </a:lvl4pPr>
            <a:lvl5pPr algn="l">
              <a:defRPr sz="1800" b="0">
                <a:solidFill>
                  <a:srgbClr val="163B36"/>
                </a:solidFill>
                <a:latin typeface="Arial"/>
                <a:ea typeface="Arial"/>
                <a:cs typeface="Arial"/>
              </a:defRPr>
            </a:lvl5pPr>
            <a:lvl6pPr algn="l">
              <a:defRPr sz="1800" b="0">
                <a:solidFill>
                  <a:srgbClr val="163B36"/>
                </a:solidFill>
                <a:latin typeface="Arial"/>
                <a:ea typeface="Arial"/>
                <a:cs typeface="Arial"/>
              </a:defRPr>
            </a:lvl6pPr>
            <a:lvl7pPr algn="l">
              <a:defRPr sz="1800" b="0">
                <a:solidFill>
                  <a:srgbClr val="163B36"/>
                </a:solidFill>
                <a:latin typeface="Arial"/>
                <a:ea typeface="Arial"/>
                <a:cs typeface="Arial"/>
              </a:defRPr>
            </a:lvl7pPr>
            <a:lvl8pPr algn="l">
              <a:defRPr sz="1800" b="0">
                <a:solidFill>
                  <a:srgbClr val="163B36"/>
                </a:solidFill>
                <a:latin typeface="Arial"/>
                <a:ea typeface="Arial"/>
                <a:cs typeface="Arial"/>
              </a:defRPr>
            </a:lvl8pPr>
            <a:lvl9pPr algn="l">
              <a:defRPr sz="1800" b="0">
                <a:solidFill>
                  <a:srgbClr val="163B36"/>
                </a:solidFill>
                <a:latin typeface="Arial"/>
                <a:ea typeface="Arial"/>
                <a:cs typeface="Arial"/>
              </a:defRPr>
            </a:lvl9pPr>
          </a:lstStyle>
          <a:p xmlns:a="http://schemas.openxmlformats.org/drawingml/2006/main">
            <a:pPr algn="l">
              <a:defRPr sz="1800" b="0">
                <a:solidFill>
                  <a:srgbClr val="163B36"/>
                </a:solidFill>
                <a:latin typeface="Arial"/>
                <a:ea typeface="Arial"/>
                <a:cs typeface="Arial"/>
              </a:defRPr>
            </a:pPr>
            <a:r>
              <a:rPr sz="1800" b="0">
                <a:solidFill>
                  <a:srgbClr val="163B36"/>
                </a:solidFill>
                <a:latin typeface="Arial"/>
                <a:ea typeface="Arial"/>
                <a:cs typeface="Arial"/>
              </a:rPr>
              <a:t>“CLAUSE TWO – TERM: The financing period shall be up to 60 months, unless otherwise agreed upon by the parties.”</a:t>
            </a:r>
          </a:p>
        </p:txBody>
      </p:sp>
    </p:spTree>
    <p:extLst>
      <p:ext uri="{BB962C8B-B14F-4D97-AF65-F5344CB8AC3E}">
        <p14:creationId xmlns:p14="http://schemas.microsoft.com/office/powerpoint/2010/main" val="20961907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3EFC1523-12FE-4DFF-876B-F745D280DA0C}"/>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Example question   Financed amounts</a:t>
            </a:r>
          </a:p>
        </p:txBody>
      </p:sp>
      <p:sp>
        <p:nvSpPr>
          <p:cNvPr id="2" name="text-62">
            <a:extLst xmlns:a="http://schemas.openxmlformats.org/drawingml/2006/main">
              <a:ext uri="{FF2B5EF4-FFF2-40B4-BE49-F238E27FC236}">
                <a16:creationId xmlns:a16="http://schemas.microsoft.com/office/drawing/2014/main" id="{FBFE9B55-46BA-4472-9B58-86E15DF616B6}"/>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Recorded v4 answer. Exact citation checks passed and automated support review passed.</a:t>
            </a:r>
          </a:p>
        </p:txBody>
      </p:sp>
      <p:sp>
        <p:nvSpPr>
          <p:cNvPr id="3" name="text-63">
            <a:extLst xmlns:a="http://schemas.openxmlformats.org/drawingml/2006/main">
              <a:ext uri="{FF2B5EF4-FFF2-40B4-BE49-F238E27FC236}">
                <a16:creationId xmlns:a16="http://schemas.microsoft.com/office/drawing/2014/main" id="{D1B0E5B6-6FA6-4E95-AB06-3B13C6F0BCC4}"/>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08</a:t>
            </a:r>
          </a:p>
        </p:txBody>
      </p:sp>
      <p:sp>
        <p:nvSpPr>
          <p:cNvPr id="4" name="text-64">
            <a:extLst xmlns:a="http://schemas.openxmlformats.org/drawingml/2006/main">
              <a:ext uri="{FF2B5EF4-FFF2-40B4-BE49-F238E27FC236}">
                <a16:creationId xmlns:a16="http://schemas.microsoft.com/office/drawing/2014/main" id="{9C1A6D63-8D60-4981-AA3B-FE27485A96A8}"/>
              </a:ext>
            </a:extLst>
          </p:cNvPr>
          <p:cNvSpPr>
            <a:spLocks xmlns:a="http://schemas.openxmlformats.org/drawingml/2006/main" noGrp="1"/>
          </p:cNvSpPr>
          <p:nvPr/>
        </p:nvSpPr>
        <p:spPr>
          <a:xfrm xmlns:a="http://schemas.openxmlformats.org/drawingml/2006/main">
            <a:off x="609600" y="12668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3B36"/>
                </a:solidFill>
                <a:latin typeface="Arial"/>
                <a:ea typeface="Arial"/>
                <a:cs typeface="Arial"/>
              </a:defRPr>
            </a:defPPr>
            <a:lvl1pPr algn="l">
              <a:defRPr sz="2400" b="1">
                <a:solidFill>
                  <a:srgbClr val="163B36"/>
                </a:solidFill>
                <a:latin typeface="Arial"/>
                <a:ea typeface="Arial"/>
                <a:cs typeface="Arial"/>
              </a:defRPr>
            </a:lvl1pPr>
            <a:lvl2pPr algn="l">
              <a:defRPr sz="2400" b="1">
                <a:solidFill>
                  <a:srgbClr val="163B36"/>
                </a:solidFill>
                <a:latin typeface="Arial"/>
                <a:ea typeface="Arial"/>
                <a:cs typeface="Arial"/>
              </a:defRPr>
            </a:lvl2pPr>
            <a:lvl3pPr algn="l">
              <a:defRPr sz="2400" b="1">
                <a:solidFill>
                  <a:srgbClr val="163B36"/>
                </a:solidFill>
                <a:latin typeface="Arial"/>
                <a:ea typeface="Arial"/>
                <a:cs typeface="Arial"/>
              </a:defRPr>
            </a:lvl3pPr>
            <a:lvl4pPr algn="l">
              <a:defRPr sz="2400" b="1">
                <a:solidFill>
                  <a:srgbClr val="163B36"/>
                </a:solidFill>
                <a:latin typeface="Arial"/>
                <a:ea typeface="Arial"/>
                <a:cs typeface="Arial"/>
              </a:defRPr>
            </a:lvl4pPr>
            <a:lvl5pPr algn="l">
              <a:defRPr sz="2400" b="1">
                <a:solidFill>
                  <a:srgbClr val="163B36"/>
                </a:solidFill>
                <a:latin typeface="Arial"/>
                <a:ea typeface="Arial"/>
                <a:cs typeface="Arial"/>
              </a:defRPr>
            </a:lvl5pPr>
            <a:lvl6pPr algn="l">
              <a:defRPr sz="2400" b="1">
                <a:solidFill>
                  <a:srgbClr val="163B36"/>
                </a:solidFill>
                <a:latin typeface="Arial"/>
                <a:ea typeface="Arial"/>
                <a:cs typeface="Arial"/>
              </a:defRPr>
            </a:lvl6pPr>
            <a:lvl7pPr algn="l">
              <a:defRPr sz="2400" b="1">
                <a:solidFill>
                  <a:srgbClr val="163B36"/>
                </a:solidFill>
                <a:latin typeface="Arial"/>
                <a:ea typeface="Arial"/>
                <a:cs typeface="Arial"/>
              </a:defRPr>
            </a:lvl7pPr>
            <a:lvl8pPr algn="l">
              <a:defRPr sz="2400" b="1">
                <a:solidFill>
                  <a:srgbClr val="163B36"/>
                </a:solidFill>
                <a:latin typeface="Arial"/>
                <a:ea typeface="Arial"/>
                <a:cs typeface="Arial"/>
              </a:defRPr>
            </a:lvl8pPr>
            <a:lvl9pPr algn="l">
              <a:defRPr sz="2400" b="1">
                <a:solidFill>
                  <a:srgbClr val="163B36"/>
                </a:solidFill>
                <a:latin typeface="Arial"/>
                <a:ea typeface="Arial"/>
                <a:cs typeface="Arial"/>
              </a:defRPr>
            </a:lvl9pPr>
          </a:lstStyle>
          <a:p xmlns:a="http://schemas.openxmlformats.org/drawingml/2006/main">
            <a:pPr algn="l">
              <a:defRPr sz="2400" b="1">
                <a:solidFill>
                  <a:srgbClr val="163B36"/>
                </a:solidFill>
                <a:latin typeface="Arial"/>
                <a:ea typeface="Arial"/>
                <a:cs typeface="Arial"/>
              </a:defRPr>
            </a:pPr>
            <a:r>
              <a:rPr sz="2400" b="1">
                <a:solidFill>
                  <a:srgbClr val="163B36"/>
                </a:solidFill>
                <a:latin typeface="Arial"/>
                <a:ea typeface="Arial"/>
                <a:cs typeface="Arial"/>
              </a:rPr>
              <a:t>Which contract has the higher financed amount?</a:t>
            </a:r>
          </a:p>
        </p:txBody>
      </p:sp>
      <p:sp>
        <p:nvSpPr>
          <p:cNvPr id="5" name="text-65">
            <a:extLst xmlns:a="http://schemas.openxmlformats.org/drawingml/2006/main">
              <a:ext uri="{FF2B5EF4-FFF2-40B4-BE49-F238E27FC236}">
                <a16:creationId xmlns:a16="http://schemas.microsoft.com/office/drawing/2014/main" id="{7B06E562-9AEF-4FB8-8B2B-50496A2C4991}"/>
              </a:ext>
            </a:extLst>
          </p:cNvPr>
          <p:cNvSpPr>
            <a:spLocks xmlns:a="http://schemas.openxmlformats.org/drawingml/2006/main" noGrp="1"/>
          </p:cNvSpPr>
          <p:nvPr/>
        </p:nvSpPr>
        <p:spPr>
          <a:xfrm xmlns:a="http://schemas.openxmlformats.org/drawingml/2006/main">
            <a:off x="609600" y="2266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Contract_1.pdf</a:t>
            </a:r>
          </a:p>
        </p:txBody>
      </p:sp>
      <p:sp>
        <p:nvSpPr>
          <p:cNvPr id="6" name="text-66">
            <a:extLst xmlns:a="http://schemas.openxmlformats.org/drawingml/2006/main">
              <a:ext uri="{FF2B5EF4-FFF2-40B4-BE49-F238E27FC236}">
                <a16:creationId xmlns:a16="http://schemas.microsoft.com/office/drawing/2014/main" id="{7ECE5AAD-B712-4AD1-BAD0-1B20F1E0F748}"/>
              </a:ext>
            </a:extLst>
          </p:cNvPr>
          <p:cNvSpPr>
            <a:spLocks xmlns:a="http://schemas.openxmlformats.org/drawingml/2006/main" noGrp="1"/>
          </p:cNvSpPr>
          <p:nvPr/>
        </p:nvSpPr>
        <p:spPr>
          <a:xfrm xmlns:a="http://schemas.openxmlformats.org/drawingml/2006/main">
            <a:off x="6477000" y="2266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Contract_2.pdf</a:t>
            </a:r>
          </a:p>
        </p:txBody>
      </p:sp>
      <p:sp>
        <p:nvSpPr>
          <p:cNvPr id="7" name="text-67">
            <a:extLst xmlns:a="http://schemas.openxmlformats.org/drawingml/2006/main">
              <a:ext uri="{FF2B5EF4-FFF2-40B4-BE49-F238E27FC236}">
                <a16:creationId xmlns:a16="http://schemas.microsoft.com/office/drawing/2014/main" id="{063E56FC-0587-423C-8080-5AEEAD1271B4}"/>
              </a:ext>
            </a:extLst>
          </p:cNvPr>
          <p:cNvSpPr>
            <a:spLocks xmlns:a="http://schemas.openxmlformats.org/drawingml/2006/main" noGrp="1"/>
          </p:cNvSpPr>
          <p:nvPr/>
        </p:nvSpPr>
        <p:spPr>
          <a:xfrm xmlns:a="http://schemas.openxmlformats.org/drawingml/2006/main">
            <a:off x="609600" y="27813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26C60"/>
                </a:solidFill>
                <a:latin typeface="Arial"/>
                <a:ea typeface="Arial"/>
                <a:cs typeface="Arial"/>
              </a:defRPr>
            </a:defPPr>
            <a:lvl1pPr algn="l">
              <a:defRPr sz="4800" b="1">
                <a:solidFill>
                  <a:srgbClr val="126C60"/>
                </a:solidFill>
                <a:latin typeface="Arial"/>
                <a:ea typeface="Arial"/>
                <a:cs typeface="Arial"/>
              </a:defRPr>
            </a:lvl1pPr>
            <a:lvl2pPr algn="l">
              <a:defRPr sz="4800" b="1">
                <a:solidFill>
                  <a:srgbClr val="126C60"/>
                </a:solidFill>
                <a:latin typeface="Arial"/>
                <a:ea typeface="Arial"/>
                <a:cs typeface="Arial"/>
              </a:defRPr>
            </a:lvl2pPr>
            <a:lvl3pPr algn="l">
              <a:defRPr sz="4800" b="1">
                <a:solidFill>
                  <a:srgbClr val="126C60"/>
                </a:solidFill>
                <a:latin typeface="Arial"/>
                <a:ea typeface="Arial"/>
                <a:cs typeface="Arial"/>
              </a:defRPr>
            </a:lvl3pPr>
            <a:lvl4pPr algn="l">
              <a:defRPr sz="4800" b="1">
                <a:solidFill>
                  <a:srgbClr val="126C60"/>
                </a:solidFill>
                <a:latin typeface="Arial"/>
                <a:ea typeface="Arial"/>
                <a:cs typeface="Arial"/>
              </a:defRPr>
            </a:lvl4pPr>
            <a:lvl5pPr algn="l">
              <a:defRPr sz="4800" b="1">
                <a:solidFill>
                  <a:srgbClr val="126C60"/>
                </a:solidFill>
                <a:latin typeface="Arial"/>
                <a:ea typeface="Arial"/>
                <a:cs typeface="Arial"/>
              </a:defRPr>
            </a:lvl5pPr>
            <a:lvl6pPr algn="l">
              <a:defRPr sz="4800" b="1">
                <a:solidFill>
                  <a:srgbClr val="126C60"/>
                </a:solidFill>
                <a:latin typeface="Arial"/>
                <a:ea typeface="Arial"/>
                <a:cs typeface="Arial"/>
              </a:defRPr>
            </a:lvl6pPr>
            <a:lvl7pPr algn="l">
              <a:defRPr sz="4800" b="1">
                <a:solidFill>
                  <a:srgbClr val="126C60"/>
                </a:solidFill>
                <a:latin typeface="Arial"/>
                <a:ea typeface="Arial"/>
                <a:cs typeface="Arial"/>
              </a:defRPr>
            </a:lvl7pPr>
            <a:lvl8pPr algn="l">
              <a:defRPr sz="4800" b="1">
                <a:solidFill>
                  <a:srgbClr val="126C60"/>
                </a:solidFill>
                <a:latin typeface="Arial"/>
                <a:ea typeface="Arial"/>
                <a:cs typeface="Arial"/>
              </a:defRPr>
            </a:lvl8pPr>
            <a:lvl9pPr algn="l">
              <a:defRPr sz="4800" b="1">
                <a:solidFill>
                  <a:srgbClr val="126C60"/>
                </a:solidFill>
                <a:latin typeface="Arial"/>
                <a:ea typeface="Arial"/>
                <a:cs typeface="Arial"/>
              </a:defRPr>
            </a:lvl9pPr>
          </a:lstStyle>
          <a:p xmlns:a="http://schemas.openxmlformats.org/drawingml/2006/main">
            <a:pPr algn="l">
              <a:defRPr sz="4800" b="1">
                <a:solidFill>
                  <a:srgbClr val="126C60"/>
                </a:solidFill>
                <a:latin typeface="Arial"/>
                <a:ea typeface="Arial"/>
                <a:cs typeface="Arial"/>
              </a:defRPr>
            </a:pPr>
            <a:r>
              <a:rPr sz="4800" b="1">
                <a:solidFill>
                  <a:srgbClr val="126C60"/>
                </a:solidFill>
                <a:latin typeface="Arial"/>
                <a:ea typeface="Arial"/>
                <a:cs typeface="Arial"/>
              </a:rPr>
              <a:t>$82,437.00</a:t>
            </a:r>
          </a:p>
        </p:txBody>
      </p:sp>
      <p:sp>
        <p:nvSpPr>
          <p:cNvPr id="8" name="text-68">
            <a:extLst xmlns:a="http://schemas.openxmlformats.org/drawingml/2006/main">
              <a:ext uri="{FF2B5EF4-FFF2-40B4-BE49-F238E27FC236}">
                <a16:creationId xmlns:a16="http://schemas.microsoft.com/office/drawing/2014/main" id="{5205EF9C-1A89-40A3-B377-9E2A5B8034A7}"/>
              </a:ext>
            </a:extLst>
          </p:cNvPr>
          <p:cNvSpPr>
            <a:spLocks xmlns:a="http://schemas.openxmlformats.org/drawingml/2006/main" noGrp="1"/>
          </p:cNvSpPr>
          <p:nvPr/>
        </p:nvSpPr>
        <p:spPr>
          <a:xfrm xmlns:a="http://schemas.openxmlformats.org/drawingml/2006/main">
            <a:off x="6477000" y="27813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26C60"/>
                </a:solidFill>
                <a:latin typeface="Arial"/>
                <a:ea typeface="Arial"/>
                <a:cs typeface="Arial"/>
              </a:defRPr>
            </a:defPPr>
            <a:lvl1pPr algn="l">
              <a:defRPr sz="4800" b="1">
                <a:solidFill>
                  <a:srgbClr val="126C60"/>
                </a:solidFill>
                <a:latin typeface="Arial"/>
                <a:ea typeface="Arial"/>
                <a:cs typeface="Arial"/>
              </a:defRPr>
            </a:lvl1pPr>
            <a:lvl2pPr algn="l">
              <a:defRPr sz="4800" b="1">
                <a:solidFill>
                  <a:srgbClr val="126C60"/>
                </a:solidFill>
                <a:latin typeface="Arial"/>
                <a:ea typeface="Arial"/>
                <a:cs typeface="Arial"/>
              </a:defRPr>
            </a:lvl2pPr>
            <a:lvl3pPr algn="l">
              <a:defRPr sz="4800" b="1">
                <a:solidFill>
                  <a:srgbClr val="126C60"/>
                </a:solidFill>
                <a:latin typeface="Arial"/>
                <a:ea typeface="Arial"/>
                <a:cs typeface="Arial"/>
              </a:defRPr>
            </a:lvl3pPr>
            <a:lvl4pPr algn="l">
              <a:defRPr sz="4800" b="1">
                <a:solidFill>
                  <a:srgbClr val="126C60"/>
                </a:solidFill>
                <a:latin typeface="Arial"/>
                <a:ea typeface="Arial"/>
                <a:cs typeface="Arial"/>
              </a:defRPr>
            </a:lvl4pPr>
            <a:lvl5pPr algn="l">
              <a:defRPr sz="4800" b="1">
                <a:solidFill>
                  <a:srgbClr val="126C60"/>
                </a:solidFill>
                <a:latin typeface="Arial"/>
                <a:ea typeface="Arial"/>
                <a:cs typeface="Arial"/>
              </a:defRPr>
            </a:lvl5pPr>
            <a:lvl6pPr algn="l">
              <a:defRPr sz="4800" b="1">
                <a:solidFill>
                  <a:srgbClr val="126C60"/>
                </a:solidFill>
                <a:latin typeface="Arial"/>
                <a:ea typeface="Arial"/>
                <a:cs typeface="Arial"/>
              </a:defRPr>
            </a:lvl6pPr>
            <a:lvl7pPr algn="l">
              <a:defRPr sz="4800" b="1">
                <a:solidFill>
                  <a:srgbClr val="126C60"/>
                </a:solidFill>
                <a:latin typeface="Arial"/>
                <a:ea typeface="Arial"/>
                <a:cs typeface="Arial"/>
              </a:defRPr>
            </a:lvl7pPr>
            <a:lvl8pPr algn="l">
              <a:defRPr sz="4800" b="1">
                <a:solidFill>
                  <a:srgbClr val="126C60"/>
                </a:solidFill>
                <a:latin typeface="Arial"/>
                <a:ea typeface="Arial"/>
                <a:cs typeface="Arial"/>
              </a:defRPr>
            </a:lvl8pPr>
            <a:lvl9pPr algn="l">
              <a:defRPr sz="4800" b="1">
                <a:solidFill>
                  <a:srgbClr val="126C60"/>
                </a:solidFill>
                <a:latin typeface="Arial"/>
                <a:ea typeface="Arial"/>
                <a:cs typeface="Arial"/>
              </a:defRPr>
            </a:lvl9pPr>
          </a:lstStyle>
          <a:p xmlns:a="http://schemas.openxmlformats.org/drawingml/2006/main">
            <a:pPr algn="l">
              <a:defRPr sz="4800" b="1">
                <a:solidFill>
                  <a:srgbClr val="126C60"/>
                </a:solidFill>
                <a:latin typeface="Arial"/>
                <a:ea typeface="Arial"/>
                <a:cs typeface="Arial"/>
              </a:defRPr>
            </a:pPr>
            <a:r>
              <a:rPr sz="4800" b="1">
                <a:solidFill>
                  <a:srgbClr val="126C60"/>
                </a:solidFill>
                <a:latin typeface="Arial"/>
                <a:ea typeface="Arial"/>
                <a:cs typeface="Arial"/>
              </a:rPr>
              <a:t>$38,384.00</a:t>
            </a:r>
          </a:p>
        </p:txBody>
      </p:sp>
      <p:sp>
        <p:nvSpPr>
          <p:cNvPr id="9" name="text-69">
            <a:extLst xmlns:a="http://schemas.openxmlformats.org/drawingml/2006/main">
              <a:ext uri="{FF2B5EF4-FFF2-40B4-BE49-F238E27FC236}">
                <a16:creationId xmlns:a16="http://schemas.microsoft.com/office/drawing/2014/main" id="{2A60B5AF-830E-4D1F-BA83-94121609394F}"/>
              </a:ext>
            </a:extLst>
          </p:cNvPr>
          <p:cNvSpPr>
            <a:spLocks xmlns:a="http://schemas.openxmlformats.org/drawingml/2006/main" noGrp="1"/>
          </p:cNvSpPr>
          <p:nvPr/>
        </p:nvSpPr>
        <p:spPr>
          <a:xfrm xmlns:a="http://schemas.openxmlformats.org/drawingml/2006/main">
            <a:off x="609600" y="3962400"/>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63B36"/>
                </a:solidFill>
                <a:latin typeface="Arial"/>
                <a:ea typeface="Arial"/>
                <a:cs typeface="Arial"/>
              </a:defRPr>
            </a:defPPr>
            <a:lvl1pPr algn="l">
              <a:defRPr sz="1800" b="0">
                <a:solidFill>
                  <a:srgbClr val="163B36"/>
                </a:solidFill>
                <a:latin typeface="Arial"/>
                <a:ea typeface="Arial"/>
                <a:cs typeface="Arial"/>
              </a:defRPr>
            </a:lvl1pPr>
            <a:lvl2pPr algn="l">
              <a:defRPr sz="1800" b="0">
                <a:solidFill>
                  <a:srgbClr val="163B36"/>
                </a:solidFill>
                <a:latin typeface="Arial"/>
                <a:ea typeface="Arial"/>
                <a:cs typeface="Arial"/>
              </a:defRPr>
            </a:lvl2pPr>
            <a:lvl3pPr algn="l">
              <a:defRPr sz="1800" b="0">
                <a:solidFill>
                  <a:srgbClr val="163B36"/>
                </a:solidFill>
                <a:latin typeface="Arial"/>
                <a:ea typeface="Arial"/>
                <a:cs typeface="Arial"/>
              </a:defRPr>
            </a:lvl3pPr>
            <a:lvl4pPr algn="l">
              <a:defRPr sz="1800" b="0">
                <a:solidFill>
                  <a:srgbClr val="163B36"/>
                </a:solidFill>
                <a:latin typeface="Arial"/>
                <a:ea typeface="Arial"/>
                <a:cs typeface="Arial"/>
              </a:defRPr>
            </a:lvl4pPr>
            <a:lvl5pPr algn="l">
              <a:defRPr sz="1800" b="0">
                <a:solidFill>
                  <a:srgbClr val="163B36"/>
                </a:solidFill>
                <a:latin typeface="Arial"/>
                <a:ea typeface="Arial"/>
                <a:cs typeface="Arial"/>
              </a:defRPr>
            </a:lvl5pPr>
            <a:lvl6pPr algn="l">
              <a:defRPr sz="1800" b="0">
                <a:solidFill>
                  <a:srgbClr val="163B36"/>
                </a:solidFill>
                <a:latin typeface="Arial"/>
                <a:ea typeface="Arial"/>
                <a:cs typeface="Arial"/>
              </a:defRPr>
            </a:lvl6pPr>
            <a:lvl7pPr algn="l">
              <a:defRPr sz="1800" b="0">
                <a:solidFill>
                  <a:srgbClr val="163B36"/>
                </a:solidFill>
                <a:latin typeface="Arial"/>
                <a:ea typeface="Arial"/>
                <a:cs typeface="Arial"/>
              </a:defRPr>
            </a:lvl7pPr>
            <a:lvl8pPr algn="l">
              <a:defRPr sz="1800" b="0">
                <a:solidFill>
                  <a:srgbClr val="163B36"/>
                </a:solidFill>
                <a:latin typeface="Arial"/>
                <a:ea typeface="Arial"/>
                <a:cs typeface="Arial"/>
              </a:defRPr>
            </a:lvl8pPr>
            <a:lvl9pPr algn="l">
              <a:defRPr sz="1800" b="0">
                <a:solidFill>
                  <a:srgbClr val="163B36"/>
                </a:solidFill>
                <a:latin typeface="Arial"/>
                <a:ea typeface="Arial"/>
                <a:cs typeface="Arial"/>
              </a:defRPr>
            </a:lvl9pPr>
          </a:lstStyle>
          <a:p xmlns:a="http://schemas.openxmlformats.org/drawingml/2006/main">
            <a:pPr algn="l">
              <a:defRPr sz="1800" b="0">
                <a:solidFill>
                  <a:srgbClr val="163B36"/>
                </a:solidFill>
                <a:latin typeface="Arial"/>
                <a:ea typeface="Arial"/>
                <a:cs typeface="Arial"/>
              </a:defRPr>
            </a:pPr>
            <a:r>
              <a:rPr sz="1800" b="0">
                <a:solidFill>
                  <a:srgbClr val="163B36"/>
                </a:solidFill>
                <a:latin typeface="Arial"/>
                <a:ea typeface="Arial"/>
                <a:cs typeface="Arial"/>
              </a:rPr>
              <a:t>“FINANCED AMOUNT: $82,437.00.”</a:t>
            </a:r>
          </a:p>
          <a:p xmlns:a="http://schemas.openxmlformats.org/drawingml/2006/main">
            <a:pPr algn="l">
              <a:defRPr sz="1800" b="0">
                <a:solidFill>
                  <a:srgbClr val="163B36"/>
                </a:solidFill>
                <a:latin typeface="Arial"/>
                <a:ea typeface="Arial"/>
                <a:cs typeface="Arial"/>
              </a:defRPr>
            </a:pPr>
            <a:r>
              <a:rPr sz="1800" b="0">
                <a:solidFill>
                  <a:srgbClr val="163B36"/>
                </a:solidFill>
                <a:latin typeface="Arial"/>
                <a:ea typeface="Arial"/>
                <a:cs typeface="Arial"/>
              </a:rPr>
              <a:t>[S1] Contract_1.pdf, PDF page 1</a:t>
            </a:r>
          </a:p>
        </p:txBody>
      </p:sp>
      <p:sp>
        <p:nvSpPr>
          <p:cNvPr id="10" name="text-70">
            <a:extLst xmlns:a="http://schemas.openxmlformats.org/drawingml/2006/main">
              <a:ext uri="{FF2B5EF4-FFF2-40B4-BE49-F238E27FC236}">
                <a16:creationId xmlns:a16="http://schemas.microsoft.com/office/drawing/2014/main" id="{5B6CB226-33E0-4CAF-95C6-9FEE798396C9}"/>
              </a:ext>
            </a:extLst>
          </p:cNvPr>
          <p:cNvSpPr>
            <a:spLocks xmlns:a="http://schemas.openxmlformats.org/drawingml/2006/main" noGrp="1"/>
          </p:cNvSpPr>
          <p:nvPr/>
        </p:nvSpPr>
        <p:spPr>
          <a:xfrm xmlns:a="http://schemas.openxmlformats.org/drawingml/2006/main">
            <a:off x="6477000" y="3962400"/>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63B36"/>
                </a:solidFill>
                <a:latin typeface="Arial"/>
                <a:ea typeface="Arial"/>
                <a:cs typeface="Arial"/>
              </a:defRPr>
            </a:defPPr>
            <a:lvl1pPr algn="l">
              <a:defRPr sz="1800" b="0">
                <a:solidFill>
                  <a:srgbClr val="163B36"/>
                </a:solidFill>
                <a:latin typeface="Arial"/>
                <a:ea typeface="Arial"/>
                <a:cs typeface="Arial"/>
              </a:defRPr>
            </a:lvl1pPr>
            <a:lvl2pPr algn="l">
              <a:defRPr sz="1800" b="0">
                <a:solidFill>
                  <a:srgbClr val="163B36"/>
                </a:solidFill>
                <a:latin typeface="Arial"/>
                <a:ea typeface="Arial"/>
                <a:cs typeface="Arial"/>
              </a:defRPr>
            </a:lvl2pPr>
            <a:lvl3pPr algn="l">
              <a:defRPr sz="1800" b="0">
                <a:solidFill>
                  <a:srgbClr val="163B36"/>
                </a:solidFill>
                <a:latin typeface="Arial"/>
                <a:ea typeface="Arial"/>
                <a:cs typeface="Arial"/>
              </a:defRPr>
            </a:lvl3pPr>
            <a:lvl4pPr algn="l">
              <a:defRPr sz="1800" b="0">
                <a:solidFill>
                  <a:srgbClr val="163B36"/>
                </a:solidFill>
                <a:latin typeface="Arial"/>
                <a:ea typeface="Arial"/>
                <a:cs typeface="Arial"/>
              </a:defRPr>
            </a:lvl4pPr>
            <a:lvl5pPr algn="l">
              <a:defRPr sz="1800" b="0">
                <a:solidFill>
                  <a:srgbClr val="163B36"/>
                </a:solidFill>
                <a:latin typeface="Arial"/>
                <a:ea typeface="Arial"/>
                <a:cs typeface="Arial"/>
              </a:defRPr>
            </a:lvl5pPr>
            <a:lvl6pPr algn="l">
              <a:defRPr sz="1800" b="0">
                <a:solidFill>
                  <a:srgbClr val="163B36"/>
                </a:solidFill>
                <a:latin typeface="Arial"/>
                <a:ea typeface="Arial"/>
                <a:cs typeface="Arial"/>
              </a:defRPr>
            </a:lvl6pPr>
            <a:lvl7pPr algn="l">
              <a:defRPr sz="1800" b="0">
                <a:solidFill>
                  <a:srgbClr val="163B36"/>
                </a:solidFill>
                <a:latin typeface="Arial"/>
                <a:ea typeface="Arial"/>
                <a:cs typeface="Arial"/>
              </a:defRPr>
            </a:lvl7pPr>
            <a:lvl8pPr algn="l">
              <a:defRPr sz="1800" b="0">
                <a:solidFill>
                  <a:srgbClr val="163B36"/>
                </a:solidFill>
                <a:latin typeface="Arial"/>
                <a:ea typeface="Arial"/>
                <a:cs typeface="Arial"/>
              </a:defRPr>
            </a:lvl8pPr>
            <a:lvl9pPr algn="l">
              <a:defRPr sz="1800" b="0">
                <a:solidFill>
                  <a:srgbClr val="163B36"/>
                </a:solidFill>
                <a:latin typeface="Arial"/>
                <a:ea typeface="Arial"/>
                <a:cs typeface="Arial"/>
              </a:defRPr>
            </a:lvl9pPr>
          </a:lstStyle>
          <a:p xmlns:a="http://schemas.openxmlformats.org/drawingml/2006/main">
            <a:pPr algn="l">
              <a:defRPr sz="1800" b="0">
                <a:solidFill>
                  <a:srgbClr val="163B36"/>
                </a:solidFill>
                <a:latin typeface="Arial"/>
                <a:ea typeface="Arial"/>
                <a:cs typeface="Arial"/>
              </a:defRPr>
            </a:pPr>
            <a:r>
              <a:rPr sz="1800" b="0">
                <a:solidFill>
                  <a:srgbClr val="163B36"/>
                </a:solidFill>
                <a:latin typeface="Arial"/>
                <a:ea typeface="Arial"/>
                <a:cs typeface="Arial"/>
              </a:rPr>
              <a:t>“FINANCED AMOUNT: $38,384.00.”</a:t>
            </a:r>
          </a:p>
          <a:p xmlns:a="http://schemas.openxmlformats.org/drawingml/2006/main">
            <a:pPr algn="l">
              <a:defRPr sz="1800" b="0">
                <a:solidFill>
                  <a:srgbClr val="163B36"/>
                </a:solidFill>
                <a:latin typeface="Arial"/>
                <a:ea typeface="Arial"/>
                <a:cs typeface="Arial"/>
              </a:defRPr>
            </a:pPr>
            <a:r>
              <a:rPr sz="1800" b="0">
                <a:solidFill>
                  <a:srgbClr val="163B36"/>
                </a:solidFill>
                <a:latin typeface="Arial"/>
                <a:ea typeface="Arial"/>
                <a:cs typeface="Arial"/>
              </a:rPr>
              <a:t>[S6] Contract_2.pdf, PDF page 1</a:t>
            </a:r>
          </a:p>
        </p:txBody>
      </p:sp>
      <p:sp>
        <p:nvSpPr>
          <p:cNvPr id="11" name="text-71">
            <a:extLst xmlns:a="http://schemas.openxmlformats.org/drawingml/2006/main">
              <a:ext uri="{FF2B5EF4-FFF2-40B4-BE49-F238E27FC236}">
                <a16:creationId xmlns:a16="http://schemas.microsoft.com/office/drawing/2014/main" id="{A4B447C8-E46C-4BA6-9AFB-ABD11FD2974D}"/>
              </a:ext>
            </a:extLst>
          </p:cNvPr>
          <p:cNvSpPr>
            <a:spLocks xmlns:a="http://schemas.openxmlformats.org/drawingml/2006/main" noGrp="1"/>
          </p:cNvSpPr>
          <p:nvPr/>
        </p:nvSpPr>
        <p:spPr>
          <a:xfrm xmlns:a="http://schemas.openxmlformats.org/drawingml/2006/main">
            <a:off x="609600" y="5381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3B36"/>
                </a:solidFill>
                <a:latin typeface="Arial"/>
                <a:ea typeface="Arial"/>
                <a:cs typeface="Arial"/>
              </a:defRPr>
            </a:defPPr>
            <a:lvl1pPr algn="l">
              <a:defRPr sz="2400" b="1">
                <a:solidFill>
                  <a:srgbClr val="163B36"/>
                </a:solidFill>
                <a:latin typeface="Arial"/>
                <a:ea typeface="Arial"/>
                <a:cs typeface="Arial"/>
              </a:defRPr>
            </a:lvl1pPr>
            <a:lvl2pPr algn="l">
              <a:defRPr sz="2400" b="1">
                <a:solidFill>
                  <a:srgbClr val="163B36"/>
                </a:solidFill>
                <a:latin typeface="Arial"/>
                <a:ea typeface="Arial"/>
                <a:cs typeface="Arial"/>
              </a:defRPr>
            </a:lvl2pPr>
            <a:lvl3pPr algn="l">
              <a:defRPr sz="2400" b="1">
                <a:solidFill>
                  <a:srgbClr val="163B36"/>
                </a:solidFill>
                <a:latin typeface="Arial"/>
                <a:ea typeface="Arial"/>
                <a:cs typeface="Arial"/>
              </a:defRPr>
            </a:lvl3pPr>
            <a:lvl4pPr algn="l">
              <a:defRPr sz="2400" b="1">
                <a:solidFill>
                  <a:srgbClr val="163B36"/>
                </a:solidFill>
                <a:latin typeface="Arial"/>
                <a:ea typeface="Arial"/>
                <a:cs typeface="Arial"/>
              </a:defRPr>
            </a:lvl4pPr>
            <a:lvl5pPr algn="l">
              <a:defRPr sz="2400" b="1">
                <a:solidFill>
                  <a:srgbClr val="163B36"/>
                </a:solidFill>
                <a:latin typeface="Arial"/>
                <a:ea typeface="Arial"/>
                <a:cs typeface="Arial"/>
              </a:defRPr>
            </a:lvl5pPr>
            <a:lvl6pPr algn="l">
              <a:defRPr sz="2400" b="1">
                <a:solidFill>
                  <a:srgbClr val="163B36"/>
                </a:solidFill>
                <a:latin typeface="Arial"/>
                <a:ea typeface="Arial"/>
                <a:cs typeface="Arial"/>
              </a:defRPr>
            </a:lvl6pPr>
            <a:lvl7pPr algn="l">
              <a:defRPr sz="2400" b="1">
                <a:solidFill>
                  <a:srgbClr val="163B36"/>
                </a:solidFill>
                <a:latin typeface="Arial"/>
                <a:ea typeface="Arial"/>
                <a:cs typeface="Arial"/>
              </a:defRPr>
            </a:lvl7pPr>
            <a:lvl8pPr algn="l">
              <a:defRPr sz="2400" b="1">
                <a:solidFill>
                  <a:srgbClr val="163B36"/>
                </a:solidFill>
                <a:latin typeface="Arial"/>
                <a:ea typeface="Arial"/>
                <a:cs typeface="Arial"/>
              </a:defRPr>
            </a:lvl8pPr>
            <a:lvl9pPr algn="l">
              <a:defRPr sz="2400" b="1">
                <a:solidFill>
                  <a:srgbClr val="163B36"/>
                </a:solidFill>
                <a:latin typeface="Arial"/>
                <a:ea typeface="Arial"/>
                <a:cs typeface="Arial"/>
              </a:defRPr>
            </a:lvl9pPr>
          </a:lstStyle>
          <a:p xmlns:a="http://schemas.openxmlformats.org/drawingml/2006/main">
            <a:pPr algn="l">
              <a:defRPr sz="2400" b="1">
                <a:solidFill>
                  <a:srgbClr val="163B36"/>
                </a:solidFill>
                <a:latin typeface="Arial"/>
                <a:ea typeface="Arial"/>
                <a:cs typeface="Arial"/>
              </a:defRPr>
            </a:pPr>
            <a:r>
              <a:rPr sz="2400" b="1">
                <a:solidFill>
                  <a:srgbClr val="163B36"/>
                </a:solidFill>
                <a:latin typeface="Arial"/>
                <a:ea typeface="Arial"/>
                <a:cs typeface="Arial"/>
              </a:rPr>
              <a:t>Contract_1.pdf has the higher financed amount. [S1] [S6]</a:t>
            </a:r>
          </a:p>
        </p:txBody>
      </p:sp>
    </p:spTree>
    <p:extLst>
      <p:ext uri="{BB962C8B-B14F-4D97-AF65-F5344CB8AC3E}">
        <p14:creationId xmlns:p14="http://schemas.microsoft.com/office/powerpoint/2010/main" val="18283305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3AEB095-3FC6-4621-B604-EA0DE1BB2B2C}"/>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Example question   Termination grounds</a:t>
            </a:r>
          </a:p>
        </p:txBody>
      </p:sp>
      <p:sp>
        <p:nvSpPr>
          <p:cNvPr id="2" name="text-72">
            <a:extLst xmlns:a="http://schemas.openxmlformats.org/drawingml/2006/main">
              <a:ext uri="{FF2B5EF4-FFF2-40B4-BE49-F238E27FC236}">
                <a16:creationId xmlns:a16="http://schemas.microsoft.com/office/drawing/2014/main" id="{A6228179-BDE4-4467-B0BD-81EA5CA87AC3}"/>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[R1] Contract_1.pdf, physical PDF page 2, Clause Seven. Recorded v3 answer passed support review.</a:t>
            </a:r>
          </a:p>
        </p:txBody>
      </p:sp>
      <p:sp>
        <p:nvSpPr>
          <p:cNvPr id="3" name="text-73">
            <a:extLst xmlns:a="http://schemas.openxmlformats.org/drawingml/2006/main">
              <a:ext uri="{FF2B5EF4-FFF2-40B4-BE49-F238E27FC236}">
                <a16:creationId xmlns:a16="http://schemas.microsoft.com/office/drawing/2014/main" id="{33595E6C-1EAB-4472-95ED-AF069D6BE219}"/>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09</a:t>
            </a:r>
          </a:p>
        </p:txBody>
      </p:sp>
      <p:sp>
        <p:nvSpPr>
          <p:cNvPr id="4" name="text-74">
            <a:extLst xmlns:a="http://schemas.openxmlformats.org/drawingml/2006/main">
              <a:ext uri="{FF2B5EF4-FFF2-40B4-BE49-F238E27FC236}">
                <a16:creationId xmlns:a16="http://schemas.microsoft.com/office/drawing/2014/main" id="{C43A5844-3566-482A-9CBC-AB168FB1F84C}"/>
              </a:ext>
            </a:extLst>
          </p:cNvPr>
          <p:cNvSpPr>
            <a:spLocks xmlns:a="http://schemas.openxmlformats.org/drawingml/2006/main" noGrp="1"/>
          </p:cNvSpPr>
          <p:nvPr/>
        </p:nvSpPr>
        <p:spPr>
          <a:xfrm xmlns:a="http://schemas.openxmlformats.org/drawingml/2006/main">
            <a:off x="609600" y="12573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63B36"/>
                </a:solidFill>
                <a:latin typeface="Arial"/>
                <a:ea typeface="Arial"/>
                <a:cs typeface="Arial"/>
              </a:defRPr>
            </a:defPPr>
            <a:lvl1pPr algn="l">
              <a:defRPr sz="2550" b="1">
                <a:solidFill>
                  <a:srgbClr val="163B36"/>
                </a:solidFill>
                <a:latin typeface="Arial"/>
                <a:ea typeface="Arial"/>
                <a:cs typeface="Arial"/>
              </a:defRPr>
            </a:lvl1pPr>
            <a:lvl2pPr algn="l">
              <a:defRPr sz="2550" b="1">
                <a:solidFill>
                  <a:srgbClr val="163B36"/>
                </a:solidFill>
                <a:latin typeface="Arial"/>
                <a:ea typeface="Arial"/>
                <a:cs typeface="Arial"/>
              </a:defRPr>
            </a:lvl2pPr>
            <a:lvl3pPr algn="l">
              <a:defRPr sz="2550" b="1">
                <a:solidFill>
                  <a:srgbClr val="163B36"/>
                </a:solidFill>
                <a:latin typeface="Arial"/>
                <a:ea typeface="Arial"/>
                <a:cs typeface="Arial"/>
              </a:defRPr>
            </a:lvl3pPr>
            <a:lvl4pPr algn="l">
              <a:defRPr sz="2550" b="1">
                <a:solidFill>
                  <a:srgbClr val="163B36"/>
                </a:solidFill>
                <a:latin typeface="Arial"/>
                <a:ea typeface="Arial"/>
                <a:cs typeface="Arial"/>
              </a:defRPr>
            </a:lvl4pPr>
            <a:lvl5pPr algn="l">
              <a:defRPr sz="2550" b="1">
                <a:solidFill>
                  <a:srgbClr val="163B36"/>
                </a:solidFill>
                <a:latin typeface="Arial"/>
                <a:ea typeface="Arial"/>
                <a:cs typeface="Arial"/>
              </a:defRPr>
            </a:lvl5pPr>
            <a:lvl6pPr algn="l">
              <a:defRPr sz="2550" b="1">
                <a:solidFill>
                  <a:srgbClr val="163B36"/>
                </a:solidFill>
                <a:latin typeface="Arial"/>
                <a:ea typeface="Arial"/>
                <a:cs typeface="Arial"/>
              </a:defRPr>
            </a:lvl6pPr>
            <a:lvl7pPr algn="l">
              <a:defRPr sz="2550" b="1">
                <a:solidFill>
                  <a:srgbClr val="163B36"/>
                </a:solidFill>
                <a:latin typeface="Arial"/>
                <a:ea typeface="Arial"/>
                <a:cs typeface="Arial"/>
              </a:defRPr>
            </a:lvl7pPr>
            <a:lvl8pPr algn="l">
              <a:defRPr sz="2550" b="1">
                <a:solidFill>
                  <a:srgbClr val="163B36"/>
                </a:solidFill>
                <a:latin typeface="Arial"/>
                <a:ea typeface="Arial"/>
                <a:cs typeface="Arial"/>
              </a:defRPr>
            </a:lvl8pPr>
            <a:lvl9pPr algn="l">
              <a:defRPr sz="2550" b="1">
                <a:solidFill>
                  <a:srgbClr val="163B36"/>
                </a:solidFill>
                <a:latin typeface="Arial"/>
                <a:ea typeface="Arial"/>
                <a:cs typeface="Arial"/>
              </a:defRPr>
            </a:lvl9pPr>
          </a:lstStyle>
          <a:p xmlns:a="http://schemas.openxmlformats.org/drawingml/2006/main">
            <a:pPr algn="l">
              <a:defRPr sz="2550" b="1">
                <a:solidFill>
                  <a:srgbClr val="163B36"/>
                </a:solidFill>
                <a:latin typeface="Arial"/>
                <a:ea typeface="Arial"/>
                <a:cs typeface="Arial"/>
              </a:defRPr>
            </a:pPr>
            <a:r>
              <a:rPr sz="2550" b="1">
                <a:solidFill>
                  <a:srgbClr val="163B36"/>
                </a:solidFill>
                <a:latin typeface="Arial"/>
                <a:ea typeface="Arial"/>
                <a:cs typeface="Arial"/>
              </a:rPr>
              <a:t>Does the clause establish that breach is</a:t>
            </a:r>
          </a:p>
          <a:p xmlns:a="http://schemas.openxmlformats.org/drawingml/2006/main">
            <a:pPr algn="l">
              <a:defRPr sz="2550" b="1">
                <a:solidFill>
                  <a:srgbClr val="163B36"/>
                </a:solidFill>
                <a:latin typeface="Arial"/>
                <a:ea typeface="Arial"/>
                <a:cs typeface="Arial"/>
              </a:defRPr>
            </a:pPr>
            <a:r>
              <a:rPr sz="2550" b="1">
                <a:solidFill>
                  <a:srgbClr val="163B36"/>
                </a:solidFill>
                <a:latin typeface="Arial"/>
                <a:ea typeface="Arial"/>
                <a:cs typeface="Arial"/>
              </a:rPr>
              <a:t>the only possible reason for termination?</a:t>
            </a:r>
          </a:p>
        </p:txBody>
      </p:sp>
      <p:sp>
        <p:nvSpPr>
          <p:cNvPr id="5" name="text-75">
            <a:extLst xmlns:a="http://schemas.openxmlformats.org/drawingml/2006/main">
              <a:ext uri="{FF2B5EF4-FFF2-40B4-BE49-F238E27FC236}">
                <a16:creationId xmlns:a16="http://schemas.microsoft.com/office/drawing/2014/main" id="{EF61CA05-0542-45CF-BA74-CF604F516C1D}"/>
              </a:ext>
            </a:extLst>
          </p:cNvPr>
          <p:cNvSpPr>
            <a:spLocks xmlns:a="http://schemas.openxmlformats.org/drawingml/2006/main" noGrp="1"/>
          </p:cNvSpPr>
          <p:nvPr/>
        </p:nvSpPr>
        <p:spPr>
          <a:xfrm xmlns:a="http://schemas.openxmlformats.org/drawingml/2006/main">
            <a:off x="609600" y="26479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CITED PASSAGE</a:t>
            </a:r>
          </a:p>
        </p:txBody>
      </p:sp>
      <p:sp>
        <p:nvSpPr>
          <p:cNvPr id="6" name="text-76">
            <a:extLst xmlns:a="http://schemas.openxmlformats.org/drawingml/2006/main">
              <a:ext uri="{FF2B5EF4-FFF2-40B4-BE49-F238E27FC236}">
                <a16:creationId xmlns:a16="http://schemas.microsoft.com/office/drawing/2014/main" id="{89605625-AC15-4C02-AF50-74FA81EC6C4C}"/>
              </a:ext>
            </a:extLst>
          </p:cNvPr>
          <p:cNvSpPr>
            <a:spLocks xmlns:a="http://schemas.openxmlformats.org/drawingml/2006/main" noGrp="1"/>
          </p:cNvSpPr>
          <p:nvPr/>
        </p:nvSpPr>
        <p:spPr>
          <a:xfrm xmlns:a="http://schemas.openxmlformats.org/drawingml/2006/main">
            <a:off x="609600" y="3048000"/>
            <a:ext cx="10763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3B36"/>
                </a:solidFill>
                <a:latin typeface="Arial"/>
                <a:ea typeface="Arial"/>
                <a:cs typeface="Arial"/>
              </a:defRPr>
            </a:defPPr>
            <a:lvl1pPr algn="l">
              <a:defRPr sz="2025" b="0">
                <a:solidFill>
                  <a:srgbClr val="163B36"/>
                </a:solidFill>
                <a:latin typeface="Arial"/>
                <a:ea typeface="Arial"/>
                <a:cs typeface="Arial"/>
              </a:defRPr>
            </a:lvl1pPr>
            <a:lvl2pPr algn="l">
              <a:defRPr sz="2025" b="0">
                <a:solidFill>
                  <a:srgbClr val="163B36"/>
                </a:solidFill>
                <a:latin typeface="Arial"/>
                <a:ea typeface="Arial"/>
                <a:cs typeface="Arial"/>
              </a:defRPr>
            </a:lvl2pPr>
            <a:lvl3pPr algn="l">
              <a:defRPr sz="2025" b="0">
                <a:solidFill>
                  <a:srgbClr val="163B36"/>
                </a:solidFill>
                <a:latin typeface="Arial"/>
                <a:ea typeface="Arial"/>
                <a:cs typeface="Arial"/>
              </a:defRPr>
            </a:lvl3pPr>
            <a:lvl4pPr algn="l">
              <a:defRPr sz="2025" b="0">
                <a:solidFill>
                  <a:srgbClr val="163B36"/>
                </a:solidFill>
                <a:latin typeface="Arial"/>
                <a:ea typeface="Arial"/>
                <a:cs typeface="Arial"/>
              </a:defRPr>
            </a:lvl4pPr>
            <a:lvl5pPr algn="l">
              <a:defRPr sz="2025" b="0">
                <a:solidFill>
                  <a:srgbClr val="163B36"/>
                </a:solidFill>
                <a:latin typeface="Arial"/>
                <a:ea typeface="Arial"/>
                <a:cs typeface="Arial"/>
              </a:defRPr>
            </a:lvl5pPr>
            <a:lvl6pPr algn="l">
              <a:defRPr sz="2025" b="0">
                <a:solidFill>
                  <a:srgbClr val="163B36"/>
                </a:solidFill>
                <a:latin typeface="Arial"/>
                <a:ea typeface="Arial"/>
                <a:cs typeface="Arial"/>
              </a:defRPr>
            </a:lvl6pPr>
            <a:lvl7pPr algn="l">
              <a:defRPr sz="2025" b="0">
                <a:solidFill>
                  <a:srgbClr val="163B36"/>
                </a:solidFill>
                <a:latin typeface="Arial"/>
                <a:ea typeface="Arial"/>
                <a:cs typeface="Arial"/>
              </a:defRPr>
            </a:lvl7pPr>
            <a:lvl8pPr algn="l">
              <a:defRPr sz="2025" b="0">
                <a:solidFill>
                  <a:srgbClr val="163B36"/>
                </a:solidFill>
                <a:latin typeface="Arial"/>
                <a:ea typeface="Arial"/>
                <a:cs typeface="Arial"/>
              </a:defRPr>
            </a:lvl8pPr>
            <a:lvl9pPr algn="l">
              <a:defRPr sz="2025" b="0">
                <a:solidFill>
                  <a:srgbClr val="163B36"/>
                </a:solidFill>
                <a:latin typeface="Arial"/>
                <a:ea typeface="Arial"/>
                <a:cs typeface="Arial"/>
              </a:defRPr>
            </a:lvl9pPr>
          </a:lstStyle>
          <a:p xmlns:a="http://schemas.openxmlformats.org/drawingml/2006/main">
            <a:pPr algn="l">
              <a:defRPr sz="2025" b="0">
                <a:solidFill>
                  <a:srgbClr val="163B36"/>
                </a:solidFill>
                <a:latin typeface="Arial"/>
                <a:ea typeface="Arial"/>
                <a:cs typeface="Arial"/>
              </a:defRPr>
            </a:pPr>
            <a:r>
              <a:rPr sz="2025" b="0">
                <a:solidFill>
                  <a:srgbClr val="163B36"/>
                </a:solidFill>
                <a:latin typeface="Arial"/>
                <a:ea typeface="Arial"/>
                <a:cs typeface="Arial"/>
              </a:rPr>
              <a:t>“CLAUSE SEVEN – TERMINATION: Breach of obligations will result in termination of the agreement and enforcement of the guarantees, regardless of notification.”</a:t>
            </a:r>
          </a:p>
        </p:txBody>
      </p:sp>
      <p:sp>
        <p:nvSpPr>
          <p:cNvPr id="7" name="text-77">
            <a:extLst xmlns:a="http://schemas.openxmlformats.org/drawingml/2006/main">
              <a:ext uri="{FF2B5EF4-FFF2-40B4-BE49-F238E27FC236}">
                <a16:creationId xmlns:a16="http://schemas.microsoft.com/office/drawing/2014/main" id="{C9AC1552-9416-4C7B-8B1C-C1F11FFD9C45}"/>
              </a:ext>
            </a:extLst>
          </p:cNvPr>
          <p:cNvSpPr>
            <a:spLocks xmlns:a="http://schemas.openxmlformats.org/drawingml/2006/main" noGrp="1"/>
          </p:cNvSpPr>
          <p:nvPr/>
        </p:nvSpPr>
        <p:spPr>
          <a:xfrm xmlns:a="http://schemas.openxmlformats.org/drawingml/2006/main">
            <a:off x="609600" y="461962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BOUNDED INTERPRETATION</a:t>
            </a:r>
          </a:p>
        </p:txBody>
      </p:sp>
      <p:sp>
        <p:nvSpPr>
          <p:cNvPr id="8" name="text-78">
            <a:extLst xmlns:a="http://schemas.openxmlformats.org/drawingml/2006/main">
              <a:ext uri="{FF2B5EF4-FFF2-40B4-BE49-F238E27FC236}">
                <a16:creationId xmlns:a16="http://schemas.microsoft.com/office/drawing/2014/main" id="{3BF78AEF-D6F2-485D-A87F-14641C7130AA}"/>
              </a:ext>
            </a:extLst>
          </p:cNvPr>
          <p:cNvSpPr>
            <a:spLocks xmlns:a="http://schemas.openxmlformats.org/drawingml/2006/main" noGrp="1"/>
          </p:cNvSpPr>
          <p:nvPr/>
        </p:nvSpPr>
        <p:spPr>
          <a:xfrm xmlns:a="http://schemas.openxmlformats.org/drawingml/2006/main">
            <a:off x="609600" y="50482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6C60"/>
                </a:solidFill>
                <a:latin typeface="Arial"/>
                <a:ea typeface="Arial"/>
                <a:cs typeface="Arial"/>
              </a:defRPr>
            </a:defPPr>
            <a:lvl1pPr algn="l">
              <a:defRPr sz="2400" b="1">
                <a:solidFill>
                  <a:srgbClr val="126C60"/>
                </a:solidFill>
                <a:latin typeface="Arial"/>
                <a:ea typeface="Arial"/>
                <a:cs typeface="Arial"/>
              </a:defRPr>
            </a:lvl1pPr>
            <a:lvl2pPr algn="l">
              <a:defRPr sz="2400" b="1">
                <a:solidFill>
                  <a:srgbClr val="126C60"/>
                </a:solidFill>
                <a:latin typeface="Arial"/>
                <a:ea typeface="Arial"/>
                <a:cs typeface="Arial"/>
              </a:defRPr>
            </a:lvl2pPr>
            <a:lvl3pPr algn="l">
              <a:defRPr sz="2400" b="1">
                <a:solidFill>
                  <a:srgbClr val="126C60"/>
                </a:solidFill>
                <a:latin typeface="Arial"/>
                <a:ea typeface="Arial"/>
                <a:cs typeface="Arial"/>
              </a:defRPr>
            </a:lvl3pPr>
            <a:lvl4pPr algn="l">
              <a:defRPr sz="2400" b="1">
                <a:solidFill>
                  <a:srgbClr val="126C60"/>
                </a:solidFill>
                <a:latin typeface="Arial"/>
                <a:ea typeface="Arial"/>
                <a:cs typeface="Arial"/>
              </a:defRPr>
            </a:lvl4pPr>
            <a:lvl5pPr algn="l">
              <a:defRPr sz="2400" b="1">
                <a:solidFill>
                  <a:srgbClr val="126C60"/>
                </a:solidFill>
                <a:latin typeface="Arial"/>
                <a:ea typeface="Arial"/>
                <a:cs typeface="Arial"/>
              </a:defRPr>
            </a:lvl5pPr>
            <a:lvl6pPr algn="l">
              <a:defRPr sz="2400" b="1">
                <a:solidFill>
                  <a:srgbClr val="126C60"/>
                </a:solidFill>
                <a:latin typeface="Arial"/>
                <a:ea typeface="Arial"/>
                <a:cs typeface="Arial"/>
              </a:defRPr>
            </a:lvl6pPr>
            <a:lvl7pPr algn="l">
              <a:defRPr sz="2400" b="1">
                <a:solidFill>
                  <a:srgbClr val="126C60"/>
                </a:solidFill>
                <a:latin typeface="Arial"/>
                <a:ea typeface="Arial"/>
                <a:cs typeface="Arial"/>
              </a:defRPr>
            </a:lvl7pPr>
            <a:lvl8pPr algn="l">
              <a:defRPr sz="2400" b="1">
                <a:solidFill>
                  <a:srgbClr val="126C60"/>
                </a:solidFill>
                <a:latin typeface="Arial"/>
                <a:ea typeface="Arial"/>
                <a:cs typeface="Arial"/>
              </a:defRPr>
            </a:lvl8pPr>
            <a:lvl9pPr algn="l">
              <a:defRPr sz="2400" b="1">
                <a:solidFill>
                  <a:srgbClr val="126C60"/>
                </a:solidFill>
                <a:latin typeface="Arial"/>
                <a:ea typeface="Arial"/>
                <a:cs typeface="Arial"/>
              </a:defRPr>
            </a:lvl9pPr>
          </a:lstStyle>
          <a:p xmlns:a="http://schemas.openxmlformats.org/drawingml/2006/main">
            <a:pPr algn="l">
              <a:defRPr sz="2400" b="1">
                <a:solidFill>
                  <a:srgbClr val="126C60"/>
                </a:solidFill>
                <a:latin typeface="Arial"/>
                <a:ea typeface="Arial"/>
                <a:cs typeface="Arial"/>
              </a:defRPr>
            </a:pPr>
            <a:r>
              <a:rPr sz="2400" b="1">
                <a:solidFill>
                  <a:srgbClr val="126C60"/>
                </a:solidFill>
                <a:latin typeface="Arial"/>
                <a:ea typeface="Arial"/>
                <a:cs typeface="Arial"/>
              </a:rPr>
              <a:t>The clause establishes a consequence of breach.</a:t>
            </a:r>
          </a:p>
          <a:p xmlns:a="http://schemas.openxmlformats.org/drawingml/2006/main">
            <a:pPr algn="l">
              <a:defRPr sz="2400" b="1">
                <a:solidFill>
                  <a:srgbClr val="126C60"/>
                </a:solidFill>
                <a:latin typeface="Arial"/>
                <a:ea typeface="Arial"/>
                <a:cs typeface="Arial"/>
              </a:defRPr>
            </a:pPr>
            <a:r>
              <a:rPr sz="2400" b="1">
                <a:solidFill>
                  <a:srgbClr val="126C60"/>
                </a:solidFill>
                <a:latin typeface="Arial"/>
                <a:ea typeface="Arial"/>
                <a:cs typeface="Arial"/>
              </a:rPr>
              <a:t>It does not establish exclusivity. [R1]</a:t>
            </a:r>
          </a:p>
        </p:txBody>
      </p:sp>
    </p:spTree>
    <p:extLst>
      <p:ext uri="{BB962C8B-B14F-4D97-AF65-F5344CB8AC3E}">
        <p14:creationId xmlns:p14="http://schemas.microsoft.com/office/powerpoint/2010/main" val="14527970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5BC2063-6923-402F-B640-A5EBA768200F}"/>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Ambiguous and unanswerable questions</a:t>
            </a:r>
          </a:p>
        </p:txBody>
      </p:sp>
      <p:sp>
        <p:nvSpPr>
          <p:cNvPr id="2" name="text-79">
            <a:extLst xmlns:a="http://schemas.openxmlformats.org/drawingml/2006/main">
              <a:ext uri="{FF2B5EF4-FFF2-40B4-BE49-F238E27FC236}">
                <a16:creationId xmlns:a16="http://schemas.microsoft.com/office/drawing/2014/main" id="{CE152EF0-681A-4D8E-A106-5270004ADB08}"/>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Recorded results: repayment deadline on v5, current bank balance on v4. Citation checks: not applicable.</a:t>
            </a:r>
          </a:p>
        </p:txBody>
      </p:sp>
      <p:sp>
        <p:nvSpPr>
          <p:cNvPr id="3" name="text-80">
            <a:extLst xmlns:a="http://schemas.openxmlformats.org/drawingml/2006/main">
              <a:ext uri="{FF2B5EF4-FFF2-40B4-BE49-F238E27FC236}">
                <a16:creationId xmlns:a16="http://schemas.microsoft.com/office/drawing/2014/main" id="{6BCA0138-E030-4C8E-9D65-BAD3C97AE18A}"/>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10</a:t>
            </a:r>
          </a:p>
        </p:txBody>
      </p:sp>
      <p:sp>
        <p:nvSpPr>
          <p:cNvPr id="4" name="text-81">
            <a:extLst xmlns:a="http://schemas.openxmlformats.org/drawingml/2006/main">
              <a:ext uri="{FF2B5EF4-FFF2-40B4-BE49-F238E27FC236}">
                <a16:creationId xmlns:a16="http://schemas.microsoft.com/office/drawing/2014/main" id="{AA8863F5-DD2C-4EC8-AB45-27F2EE7A6B3A}"/>
              </a:ext>
            </a:extLst>
          </p:cNvPr>
          <p:cNvSpPr>
            <a:spLocks xmlns:a="http://schemas.openxmlformats.org/drawingml/2006/main" noGrp="1"/>
          </p:cNvSpPr>
          <p:nvPr/>
        </p:nvSpPr>
        <p:spPr>
          <a:xfrm xmlns:a="http://schemas.openxmlformats.org/drawingml/2006/main">
            <a:off x="609600" y="14763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AMBIGUOUS QUESTION</a:t>
            </a:r>
          </a:p>
        </p:txBody>
      </p:sp>
      <p:sp>
        <p:nvSpPr>
          <p:cNvPr id="5" name="text-82">
            <a:extLst xmlns:a="http://schemas.openxmlformats.org/drawingml/2006/main">
              <a:ext uri="{FF2B5EF4-FFF2-40B4-BE49-F238E27FC236}">
                <a16:creationId xmlns:a16="http://schemas.microsoft.com/office/drawing/2014/main" id="{9F521775-1377-4C20-BDDE-4833E8206804}"/>
              </a:ext>
            </a:extLst>
          </p:cNvPr>
          <p:cNvSpPr>
            <a:spLocks xmlns:a="http://schemas.openxmlformats.org/drawingml/2006/main" noGrp="1"/>
          </p:cNvSpPr>
          <p:nvPr/>
        </p:nvSpPr>
        <p:spPr>
          <a:xfrm xmlns:a="http://schemas.openxmlformats.org/drawingml/2006/main">
            <a:off x="609600" y="19050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63B36"/>
                </a:solidFill>
                <a:latin typeface="Arial"/>
                <a:ea typeface="Arial"/>
                <a:cs typeface="Arial"/>
              </a:defRPr>
            </a:defPPr>
            <a:lvl1pPr algn="l">
              <a:defRPr sz="2550" b="1">
                <a:solidFill>
                  <a:srgbClr val="163B36"/>
                </a:solidFill>
                <a:latin typeface="Arial"/>
                <a:ea typeface="Arial"/>
                <a:cs typeface="Arial"/>
              </a:defRPr>
            </a:lvl1pPr>
            <a:lvl2pPr algn="l">
              <a:defRPr sz="2550" b="1">
                <a:solidFill>
                  <a:srgbClr val="163B36"/>
                </a:solidFill>
                <a:latin typeface="Arial"/>
                <a:ea typeface="Arial"/>
                <a:cs typeface="Arial"/>
              </a:defRPr>
            </a:lvl2pPr>
            <a:lvl3pPr algn="l">
              <a:defRPr sz="2550" b="1">
                <a:solidFill>
                  <a:srgbClr val="163B36"/>
                </a:solidFill>
                <a:latin typeface="Arial"/>
                <a:ea typeface="Arial"/>
                <a:cs typeface="Arial"/>
              </a:defRPr>
            </a:lvl3pPr>
            <a:lvl4pPr algn="l">
              <a:defRPr sz="2550" b="1">
                <a:solidFill>
                  <a:srgbClr val="163B36"/>
                </a:solidFill>
                <a:latin typeface="Arial"/>
                <a:ea typeface="Arial"/>
                <a:cs typeface="Arial"/>
              </a:defRPr>
            </a:lvl4pPr>
            <a:lvl5pPr algn="l">
              <a:defRPr sz="2550" b="1">
                <a:solidFill>
                  <a:srgbClr val="163B36"/>
                </a:solidFill>
                <a:latin typeface="Arial"/>
                <a:ea typeface="Arial"/>
                <a:cs typeface="Arial"/>
              </a:defRPr>
            </a:lvl5pPr>
            <a:lvl6pPr algn="l">
              <a:defRPr sz="2550" b="1">
                <a:solidFill>
                  <a:srgbClr val="163B36"/>
                </a:solidFill>
                <a:latin typeface="Arial"/>
                <a:ea typeface="Arial"/>
                <a:cs typeface="Arial"/>
              </a:defRPr>
            </a:lvl6pPr>
            <a:lvl7pPr algn="l">
              <a:defRPr sz="2550" b="1">
                <a:solidFill>
                  <a:srgbClr val="163B36"/>
                </a:solidFill>
                <a:latin typeface="Arial"/>
                <a:ea typeface="Arial"/>
                <a:cs typeface="Arial"/>
              </a:defRPr>
            </a:lvl7pPr>
            <a:lvl8pPr algn="l">
              <a:defRPr sz="2550" b="1">
                <a:solidFill>
                  <a:srgbClr val="163B36"/>
                </a:solidFill>
                <a:latin typeface="Arial"/>
                <a:ea typeface="Arial"/>
                <a:cs typeface="Arial"/>
              </a:defRPr>
            </a:lvl8pPr>
            <a:lvl9pPr algn="l">
              <a:defRPr sz="2550" b="1">
                <a:solidFill>
                  <a:srgbClr val="163B36"/>
                </a:solidFill>
                <a:latin typeface="Arial"/>
                <a:ea typeface="Arial"/>
                <a:cs typeface="Arial"/>
              </a:defRPr>
            </a:lvl9pPr>
          </a:lstStyle>
          <a:p xmlns:a="http://schemas.openxmlformats.org/drawingml/2006/main">
            <a:pPr algn="l">
              <a:defRPr sz="2550" b="1">
                <a:solidFill>
                  <a:srgbClr val="163B36"/>
                </a:solidFill>
                <a:latin typeface="Arial"/>
                <a:ea typeface="Arial"/>
                <a:cs typeface="Arial"/>
              </a:defRPr>
            </a:pPr>
            <a:r>
              <a:rPr sz="2550" b="1">
                <a:solidFill>
                  <a:srgbClr val="163B36"/>
                </a:solidFill>
                <a:latin typeface="Arial"/>
                <a:ea typeface="Arial"/>
                <a:cs typeface="Arial"/>
              </a:rPr>
              <a:t>“What is the repayment deadline?”</a:t>
            </a:r>
          </a:p>
        </p:txBody>
      </p:sp>
      <p:sp>
        <p:nvSpPr>
          <p:cNvPr id="6" name="text-83">
            <a:extLst xmlns:a="http://schemas.openxmlformats.org/drawingml/2006/main">
              <a:ext uri="{FF2B5EF4-FFF2-40B4-BE49-F238E27FC236}">
                <a16:creationId xmlns:a16="http://schemas.microsoft.com/office/drawing/2014/main" id="{0246133C-CF76-4086-AE1F-EF1D714A7EE6}"/>
              </a:ext>
            </a:extLst>
          </p:cNvPr>
          <p:cNvSpPr>
            <a:spLocks xmlns:a="http://schemas.openxmlformats.org/drawingml/2006/main" noGrp="1"/>
          </p:cNvSpPr>
          <p:nvPr/>
        </p:nvSpPr>
        <p:spPr>
          <a:xfrm xmlns:a="http://schemas.openxmlformats.org/drawingml/2006/main">
            <a:off x="609600" y="2667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B36"/>
                </a:solidFill>
                <a:latin typeface="Arial"/>
                <a:ea typeface="Arial"/>
                <a:cs typeface="Arial"/>
              </a:defRPr>
            </a:defPPr>
            <a:lvl1pPr algn="l">
              <a:defRPr sz="2175" b="0">
                <a:solidFill>
                  <a:srgbClr val="163B36"/>
                </a:solidFill>
                <a:latin typeface="Arial"/>
                <a:ea typeface="Arial"/>
                <a:cs typeface="Arial"/>
              </a:defRPr>
            </a:lvl1pPr>
            <a:lvl2pPr algn="l">
              <a:defRPr sz="2175" b="0">
                <a:solidFill>
                  <a:srgbClr val="163B36"/>
                </a:solidFill>
                <a:latin typeface="Arial"/>
                <a:ea typeface="Arial"/>
                <a:cs typeface="Arial"/>
              </a:defRPr>
            </a:lvl2pPr>
            <a:lvl3pPr algn="l">
              <a:defRPr sz="2175" b="0">
                <a:solidFill>
                  <a:srgbClr val="163B36"/>
                </a:solidFill>
                <a:latin typeface="Arial"/>
                <a:ea typeface="Arial"/>
                <a:cs typeface="Arial"/>
              </a:defRPr>
            </a:lvl3pPr>
            <a:lvl4pPr algn="l">
              <a:defRPr sz="2175" b="0">
                <a:solidFill>
                  <a:srgbClr val="163B36"/>
                </a:solidFill>
                <a:latin typeface="Arial"/>
                <a:ea typeface="Arial"/>
                <a:cs typeface="Arial"/>
              </a:defRPr>
            </a:lvl4pPr>
            <a:lvl5pPr algn="l">
              <a:defRPr sz="2175" b="0">
                <a:solidFill>
                  <a:srgbClr val="163B36"/>
                </a:solidFill>
                <a:latin typeface="Arial"/>
                <a:ea typeface="Arial"/>
                <a:cs typeface="Arial"/>
              </a:defRPr>
            </a:lvl5pPr>
            <a:lvl6pPr algn="l">
              <a:defRPr sz="2175" b="0">
                <a:solidFill>
                  <a:srgbClr val="163B36"/>
                </a:solidFill>
                <a:latin typeface="Arial"/>
                <a:ea typeface="Arial"/>
                <a:cs typeface="Arial"/>
              </a:defRPr>
            </a:lvl6pPr>
            <a:lvl7pPr algn="l">
              <a:defRPr sz="2175" b="0">
                <a:solidFill>
                  <a:srgbClr val="163B36"/>
                </a:solidFill>
                <a:latin typeface="Arial"/>
                <a:ea typeface="Arial"/>
                <a:cs typeface="Arial"/>
              </a:defRPr>
            </a:lvl7pPr>
            <a:lvl8pPr algn="l">
              <a:defRPr sz="2175" b="0">
                <a:solidFill>
                  <a:srgbClr val="163B36"/>
                </a:solidFill>
                <a:latin typeface="Arial"/>
                <a:ea typeface="Arial"/>
                <a:cs typeface="Arial"/>
              </a:defRPr>
            </a:lvl8pPr>
            <a:lvl9pPr algn="l">
              <a:defRPr sz="2175" b="0">
                <a:solidFill>
                  <a:srgbClr val="163B36"/>
                </a:solidFill>
                <a:latin typeface="Arial"/>
                <a:ea typeface="Arial"/>
                <a:cs typeface="Arial"/>
              </a:defRPr>
            </a:lvl9pPr>
          </a:lstStyle>
          <a:p xmlns:a="http://schemas.openxmlformats.org/drawingml/2006/main">
            <a:pPr algn="l">
              <a:defRPr sz="2175" b="0">
                <a:solidFill>
                  <a:srgbClr val="163B36"/>
                </a:solidFill>
                <a:latin typeface="Arial"/>
                <a:ea typeface="Arial"/>
                <a:cs typeface="Arial"/>
              </a:defRPr>
            </a:pPr>
            <a:r>
              <a:rPr sz="2175" b="0">
                <a:solidFill>
                  <a:srgbClr val="163B36"/>
                </a:solidFill>
                <a:latin typeface="Arial"/>
                <a:ea typeface="Arial"/>
                <a:cs typeface="Arial"/>
              </a:rPr>
              <a:t>Clarify the agreement and whether the user means a financing</a:t>
            </a:r>
          </a:p>
          <a:p xmlns:a="http://schemas.openxmlformats.org/drawingml/2006/main">
            <a:pPr algn="l">
              <a:defRPr sz="2175" b="0">
                <a:solidFill>
                  <a:srgbClr val="163B36"/>
                </a:solidFill>
                <a:latin typeface="Arial"/>
                <a:ea typeface="Arial"/>
                <a:cs typeface="Arial"/>
              </a:defRPr>
            </a:pPr>
            <a:r>
              <a:rPr sz="2175" b="0">
                <a:solidFill>
                  <a:srgbClr val="163B36"/>
                </a:solidFill>
                <a:latin typeface="Arial"/>
                <a:ea typeface="Arial"/>
                <a:cs typeface="Arial"/>
              </a:rPr>
              <a:t>term, final repayment date or installment due date.</a:t>
            </a:r>
          </a:p>
        </p:txBody>
      </p:sp>
      <p:sp>
        <p:nvSpPr>
          <p:cNvPr id="7" name="text-84">
            <a:extLst xmlns:a="http://schemas.openxmlformats.org/drawingml/2006/main">
              <a:ext uri="{FF2B5EF4-FFF2-40B4-BE49-F238E27FC236}">
                <a16:creationId xmlns:a16="http://schemas.microsoft.com/office/drawing/2014/main" id="{4C60DAE9-E441-4C0E-B4A1-6F2F51A5815E}"/>
              </a:ext>
            </a:extLst>
          </p:cNvPr>
          <p:cNvSpPr>
            <a:spLocks xmlns:a="http://schemas.openxmlformats.org/drawingml/2006/main" noGrp="1"/>
          </p:cNvSpPr>
          <p:nvPr/>
        </p:nvSpPr>
        <p:spPr>
          <a:xfrm xmlns:a="http://schemas.openxmlformats.org/drawingml/2006/main">
            <a:off x="609600" y="404812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UNAVAILABLE INFORMATION</a:t>
            </a:r>
          </a:p>
        </p:txBody>
      </p:sp>
      <p:sp>
        <p:nvSpPr>
          <p:cNvPr id="8" name="text-85">
            <a:extLst xmlns:a="http://schemas.openxmlformats.org/drawingml/2006/main">
              <a:ext uri="{FF2B5EF4-FFF2-40B4-BE49-F238E27FC236}">
                <a16:creationId xmlns:a16="http://schemas.microsoft.com/office/drawing/2014/main" id="{1431EB5E-6D37-4EDA-A91A-487965EC9263}"/>
              </a:ext>
            </a:extLst>
          </p:cNvPr>
          <p:cNvSpPr>
            <a:spLocks xmlns:a="http://schemas.openxmlformats.org/drawingml/2006/main" noGrp="1"/>
          </p:cNvSpPr>
          <p:nvPr/>
        </p:nvSpPr>
        <p:spPr>
          <a:xfrm xmlns:a="http://schemas.openxmlformats.org/drawingml/2006/main">
            <a:off x="609600" y="4476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3B36"/>
                </a:solidFill>
                <a:latin typeface="Arial"/>
                <a:ea typeface="Arial"/>
                <a:cs typeface="Arial"/>
              </a:defRPr>
            </a:defPPr>
            <a:lvl1pPr algn="l">
              <a:defRPr sz="2325" b="1">
                <a:solidFill>
                  <a:srgbClr val="163B36"/>
                </a:solidFill>
                <a:latin typeface="Arial"/>
                <a:ea typeface="Arial"/>
                <a:cs typeface="Arial"/>
              </a:defRPr>
            </a:lvl1pPr>
            <a:lvl2pPr algn="l">
              <a:defRPr sz="2325" b="1">
                <a:solidFill>
                  <a:srgbClr val="163B36"/>
                </a:solidFill>
                <a:latin typeface="Arial"/>
                <a:ea typeface="Arial"/>
                <a:cs typeface="Arial"/>
              </a:defRPr>
            </a:lvl2pPr>
            <a:lvl3pPr algn="l">
              <a:defRPr sz="2325" b="1">
                <a:solidFill>
                  <a:srgbClr val="163B36"/>
                </a:solidFill>
                <a:latin typeface="Arial"/>
                <a:ea typeface="Arial"/>
                <a:cs typeface="Arial"/>
              </a:defRPr>
            </a:lvl3pPr>
            <a:lvl4pPr algn="l">
              <a:defRPr sz="2325" b="1">
                <a:solidFill>
                  <a:srgbClr val="163B36"/>
                </a:solidFill>
                <a:latin typeface="Arial"/>
                <a:ea typeface="Arial"/>
                <a:cs typeface="Arial"/>
              </a:defRPr>
            </a:lvl4pPr>
            <a:lvl5pPr algn="l">
              <a:defRPr sz="2325" b="1">
                <a:solidFill>
                  <a:srgbClr val="163B36"/>
                </a:solidFill>
                <a:latin typeface="Arial"/>
                <a:ea typeface="Arial"/>
                <a:cs typeface="Arial"/>
              </a:defRPr>
            </a:lvl5pPr>
            <a:lvl6pPr algn="l">
              <a:defRPr sz="2325" b="1">
                <a:solidFill>
                  <a:srgbClr val="163B36"/>
                </a:solidFill>
                <a:latin typeface="Arial"/>
                <a:ea typeface="Arial"/>
                <a:cs typeface="Arial"/>
              </a:defRPr>
            </a:lvl6pPr>
            <a:lvl7pPr algn="l">
              <a:defRPr sz="2325" b="1">
                <a:solidFill>
                  <a:srgbClr val="163B36"/>
                </a:solidFill>
                <a:latin typeface="Arial"/>
                <a:ea typeface="Arial"/>
                <a:cs typeface="Arial"/>
              </a:defRPr>
            </a:lvl7pPr>
            <a:lvl8pPr algn="l">
              <a:defRPr sz="2325" b="1">
                <a:solidFill>
                  <a:srgbClr val="163B36"/>
                </a:solidFill>
                <a:latin typeface="Arial"/>
                <a:ea typeface="Arial"/>
                <a:cs typeface="Arial"/>
              </a:defRPr>
            </a:lvl8pPr>
            <a:lvl9pPr algn="l">
              <a:defRPr sz="2325" b="1">
                <a:solidFill>
                  <a:srgbClr val="163B36"/>
                </a:solidFill>
                <a:latin typeface="Arial"/>
                <a:ea typeface="Arial"/>
                <a:cs typeface="Arial"/>
              </a:defRPr>
            </a:lvl9pPr>
          </a:lstStyle>
          <a:p xmlns:a="http://schemas.openxmlformats.org/drawingml/2006/main">
            <a:pPr algn="l">
              <a:defRPr sz="2325" b="1">
                <a:solidFill>
                  <a:srgbClr val="163B36"/>
                </a:solidFill>
                <a:latin typeface="Arial"/>
                <a:ea typeface="Arial"/>
                <a:cs typeface="Arial"/>
              </a:defRPr>
            </a:pPr>
            <a:r>
              <a:rPr sz="2325" b="1">
                <a:solidFill>
                  <a:srgbClr val="163B36"/>
                </a:solidFill>
                <a:latin typeface="Arial"/>
                <a:ea typeface="Arial"/>
                <a:cs typeface="Arial"/>
              </a:rPr>
              <a:t>“What is the borrower’s bank-account balance right now?”</a:t>
            </a:r>
          </a:p>
        </p:txBody>
      </p:sp>
      <p:sp>
        <p:nvSpPr>
          <p:cNvPr id="9" name="text-86">
            <a:extLst xmlns:a="http://schemas.openxmlformats.org/drawingml/2006/main">
              <a:ext uri="{FF2B5EF4-FFF2-40B4-BE49-F238E27FC236}">
                <a16:creationId xmlns:a16="http://schemas.microsoft.com/office/drawing/2014/main" id="{7736C2C4-CCD5-4ECD-BB3E-F743BD6A0F9D}"/>
              </a:ext>
            </a:extLst>
          </p:cNvPr>
          <p:cNvSpPr>
            <a:spLocks xmlns:a="http://schemas.openxmlformats.org/drawingml/2006/main" noGrp="1"/>
          </p:cNvSpPr>
          <p:nvPr/>
        </p:nvSpPr>
        <p:spPr>
          <a:xfrm xmlns:a="http://schemas.openxmlformats.org/drawingml/2006/main">
            <a:off x="609600" y="521970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B36"/>
                </a:solidFill>
                <a:latin typeface="Arial"/>
                <a:ea typeface="Arial"/>
                <a:cs typeface="Arial"/>
              </a:defRPr>
            </a:defPPr>
            <a:lvl1pPr algn="l">
              <a:defRPr sz="2175" b="0">
                <a:solidFill>
                  <a:srgbClr val="163B36"/>
                </a:solidFill>
                <a:latin typeface="Arial"/>
                <a:ea typeface="Arial"/>
                <a:cs typeface="Arial"/>
              </a:defRPr>
            </a:lvl1pPr>
            <a:lvl2pPr algn="l">
              <a:defRPr sz="2175" b="0">
                <a:solidFill>
                  <a:srgbClr val="163B36"/>
                </a:solidFill>
                <a:latin typeface="Arial"/>
                <a:ea typeface="Arial"/>
                <a:cs typeface="Arial"/>
              </a:defRPr>
            </a:lvl2pPr>
            <a:lvl3pPr algn="l">
              <a:defRPr sz="2175" b="0">
                <a:solidFill>
                  <a:srgbClr val="163B36"/>
                </a:solidFill>
                <a:latin typeface="Arial"/>
                <a:ea typeface="Arial"/>
                <a:cs typeface="Arial"/>
              </a:defRPr>
            </a:lvl3pPr>
            <a:lvl4pPr algn="l">
              <a:defRPr sz="2175" b="0">
                <a:solidFill>
                  <a:srgbClr val="163B36"/>
                </a:solidFill>
                <a:latin typeface="Arial"/>
                <a:ea typeface="Arial"/>
                <a:cs typeface="Arial"/>
              </a:defRPr>
            </a:lvl4pPr>
            <a:lvl5pPr algn="l">
              <a:defRPr sz="2175" b="0">
                <a:solidFill>
                  <a:srgbClr val="163B36"/>
                </a:solidFill>
                <a:latin typeface="Arial"/>
                <a:ea typeface="Arial"/>
                <a:cs typeface="Arial"/>
              </a:defRPr>
            </a:lvl5pPr>
            <a:lvl6pPr algn="l">
              <a:defRPr sz="2175" b="0">
                <a:solidFill>
                  <a:srgbClr val="163B36"/>
                </a:solidFill>
                <a:latin typeface="Arial"/>
                <a:ea typeface="Arial"/>
                <a:cs typeface="Arial"/>
              </a:defRPr>
            </a:lvl6pPr>
            <a:lvl7pPr algn="l">
              <a:defRPr sz="2175" b="0">
                <a:solidFill>
                  <a:srgbClr val="163B36"/>
                </a:solidFill>
                <a:latin typeface="Arial"/>
                <a:ea typeface="Arial"/>
                <a:cs typeface="Arial"/>
              </a:defRPr>
            </a:lvl7pPr>
            <a:lvl8pPr algn="l">
              <a:defRPr sz="2175" b="0">
                <a:solidFill>
                  <a:srgbClr val="163B36"/>
                </a:solidFill>
                <a:latin typeface="Arial"/>
                <a:ea typeface="Arial"/>
                <a:cs typeface="Arial"/>
              </a:defRPr>
            </a:lvl8pPr>
            <a:lvl9pPr algn="l">
              <a:defRPr sz="2175" b="0">
                <a:solidFill>
                  <a:srgbClr val="163B36"/>
                </a:solidFill>
                <a:latin typeface="Arial"/>
                <a:ea typeface="Arial"/>
                <a:cs typeface="Arial"/>
              </a:defRPr>
            </a:lvl9pPr>
          </a:lstStyle>
          <a:p xmlns:a="http://schemas.openxmlformats.org/drawingml/2006/main">
            <a:pPr algn="l">
              <a:defRPr sz="2175" b="0">
                <a:solidFill>
                  <a:srgbClr val="163B36"/>
                </a:solidFill>
                <a:latin typeface="Arial"/>
                <a:ea typeface="Arial"/>
                <a:cs typeface="Arial"/>
              </a:defRPr>
            </a:pPr>
            <a:r>
              <a:rPr sz="2175" b="0">
                <a:solidFill>
                  <a:srgbClr val="163B36"/>
                </a:solidFill>
                <a:latin typeface="Arial"/>
                <a:ea typeface="Arial"/>
                <a:cs typeface="Arial"/>
              </a:rPr>
              <a:t>Return insufficient evidence. Original financing does not</a:t>
            </a:r>
          </a:p>
          <a:p xmlns:a="http://schemas.openxmlformats.org/drawingml/2006/main">
            <a:pPr algn="l">
              <a:defRPr sz="2175" b="0">
                <a:solidFill>
                  <a:srgbClr val="163B36"/>
                </a:solidFill>
                <a:latin typeface="Arial"/>
                <a:ea typeface="Arial"/>
                <a:cs typeface="Arial"/>
              </a:defRPr>
            </a:pPr>
            <a:r>
              <a:rPr sz="2175" b="0">
                <a:solidFill>
                  <a:srgbClr val="163B36"/>
                </a:solidFill>
                <a:latin typeface="Arial"/>
                <a:ea typeface="Arial"/>
                <a:cs typeface="Arial"/>
              </a:rPr>
              <a:t>establish the current balance.</a:t>
            </a:r>
          </a:p>
        </p:txBody>
      </p:sp>
    </p:spTree>
    <p:extLst>
      <p:ext uri="{BB962C8B-B14F-4D97-AF65-F5344CB8AC3E}">
        <p14:creationId xmlns:p14="http://schemas.microsoft.com/office/powerpoint/2010/main" val="15242776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F374DA1-D273-468B-90E4-41F183DAB99D}"/>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Twenty-question evaluation guide</a:t>
            </a:r>
          </a:p>
        </p:txBody>
      </p:sp>
      <p:sp>
        <p:nvSpPr>
          <p:cNvPr id="2" name="text-87">
            <a:extLst xmlns:a="http://schemas.openxmlformats.org/drawingml/2006/main">
              <a:ext uri="{FF2B5EF4-FFF2-40B4-BE49-F238E27FC236}">
                <a16:creationId xmlns:a16="http://schemas.microsoft.com/office/drawing/2014/main" id="{4A814ADC-F46C-4B9F-A2D6-E526D8BB2AF0}"/>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The reference bank is ready. The complete live benchmark and manual failure analysis remain pending.</a:t>
            </a:r>
          </a:p>
        </p:txBody>
      </p:sp>
      <p:sp>
        <p:nvSpPr>
          <p:cNvPr id="3" name="text-88">
            <a:extLst xmlns:a="http://schemas.openxmlformats.org/drawingml/2006/main">
              <a:ext uri="{FF2B5EF4-FFF2-40B4-BE49-F238E27FC236}">
                <a16:creationId xmlns:a16="http://schemas.microsoft.com/office/drawing/2014/main" id="{3AA64663-5308-4A3A-8816-4B5F557977D7}"/>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11</a:t>
            </a:r>
          </a:p>
        </p:txBody>
      </p:sp>
      <p:sp>
        <p:nvSpPr>
          <p:cNvPr id="4" name="text-89">
            <a:extLst xmlns:a="http://schemas.openxmlformats.org/drawingml/2006/main">
              <a:ext uri="{FF2B5EF4-FFF2-40B4-BE49-F238E27FC236}">
                <a16:creationId xmlns:a16="http://schemas.microsoft.com/office/drawing/2014/main" id="{84AD776A-4488-48D0-A6EB-69D084FE6D2C}"/>
              </a:ext>
            </a:extLst>
          </p:cNvPr>
          <p:cNvSpPr>
            <a:spLocks xmlns:a="http://schemas.openxmlformats.org/drawingml/2006/main" noGrp="1"/>
          </p:cNvSpPr>
          <p:nvPr/>
        </p:nvSpPr>
        <p:spPr>
          <a:xfrm xmlns:a="http://schemas.openxmlformats.org/drawingml/2006/main">
            <a:off x="609600" y="1238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3B36"/>
                </a:solidFill>
                <a:latin typeface="Arial"/>
                <a:ea typeface="Arial"/>
                <a:cs typeface="Arial"/>
              </a:defRPr>
            </a:defPPr>
            <a:lvl1pPr algn="l">
              <a:defRPr sz="2400" b="1">
                <a:solidFill>
                  <a:srgbClr val="163B36"/>
                </a:solidFill>
                <a:latin typeface="Arial"/>
                <a:ea typeface="Arial"/>
                <a:cs typeface="Arial"/>
              </a:defRPr>
            </a:lvl1pPr>
            <a:lvl2pPr algn="l">
              <a:defRPr sz="2400" b="1">
                <a:solidFill>
                  <a:srgbClr val="163B36"/>
                </a:solidFill>
                <a:latin typeface="Arial"/>
                <a:ea typeface="Arial"/>
                <a:cs typeface="Arial"/>
              </a:defRPr>
            </a:lvl2pPr>
            <a:lvl3pPr algn="l">
              <a:defRPr sz="2400" b="1">
                <a:solidFill>
                  <a:srgbClr val="163B36"/>
                </a:solidFill>
                <a:latin typeface="Arial"/>
                <a:ea typeface="Arial"/>
                <a:cs typeface="Arial"/>
              </a:defRPr>
            </a:lvl3pPr>
            <a:lvl4pPr algn="l">
              <a:defRPr sz="2400" b="1">
                <a:solidFill>
                  <a:srgbClr val="163B36"/>
                </a:solidFill>
                <a:latin typeface="Arial"/>
                <a:ea typeface="Arial"/>
                <a:cs typeface="Arial"/>
              </a:defRPr>
            </a:lvl4pPr>
            <a:lvl5pPr algn="l">
              <a:defRPr sz="2400" b="1">
                <a:solidFill>
                  <a:srgbClr val="163B36"/>
                </a:solidFill>
                <a:latin typeface="Arial"/>
                <a:ea typeface="Arial"/>
                <a:cs typeface="Arial"/>
              </a:defRPr>
            </a:lvl5pPr>
            <a:lvl6pPr algn="l">
              <a:defRPr sz="2400" b="1">
                <a:solidFill>
                  <a:srgbClr val="163B36"/>
                </a:solidFill>
                <a:latin typeface="Arial"/>
                <a:ea typeface="Arial"/>
                <a:cs typeface="Arial"/>
              </a:defRPr>
            </a:lvl6pPr>
            <a:lvl7pPr algn="l">
              <a:defRPr sz="2400" b="1">
                <a:solidFill>
                  <a:srgbClr val="163B36"/>
                </a:solidFill>
                <a:latin typeface="Arial"/>
                <a:ea typeface="Arial"/>
                <a:cs typeface="Arial"/>
              </a:defRPr>
            </a:lvl7pPr>
            <a:lvl8pPr algn="l">
              <a:defRPr sz="2400" b="1">
                <a:solidFill>
                  <a:srgbClr val="163B36"/>
                </a:solidFill>
                <a:latin typeface="Arial"/>
                <a:ea typeface="Arial"/>
                <a:cs typeface="Arial"/>
              </a:defRPr>
            </a:lvl8pPr>
            <a:lvl9pPr algn="l">
              <a:defRPr sz="2400" b="1">
                <a:solidFill>
                  <a:srgbClr val="163B36"/>
                </a:solidFill>
                <a:latin typeface="Arial"/>
                <a:ea typeface="Arial"/>
                <a:cs typeface="Arial"/>
              </a:defRPr>
            </a:lvl9pPr>
          </a:lstStyle>
          <a:p xmlns:a="http://schemas.openxmlformats.org/drawingml/2006/main">
            <a:pPr algn="l">
              <a:defRPr sz="2400" b="1">
                <a:solidFill>
                  <a:srgbClr val="163B36"/>
                </a:solidFill>
                <a:latin typeface="Arial"/>
                <a:ea typeface="Arial"/>
                <a:cs typeface="Arial"/>
              </a:defRPr>
            </a:pPr>
            <a:r>
              <a:rPr sz="2400" b="1">
                <a:solidFill>
                  <a:srgbClr val="163B36"/>
                </a:solidFill>
                <a:latin typeface="Arial"/>
                <a:ea typeface="Arial"/>
                <a:cs typeface="Arial"/>
              </a:rPr>
              <a:t>Every case has an expected status and result.</a:t>
            </a:r>
          </a:p>
          <a:p xmlns:a="http://schemas.openxmlformats.org/drawingml/2006/main">
            <a:pPr algn="l">
              <a:defRPr sz="2400" b="1">
                <a:solidFill>
                  <a:srgbClr val="163B36"/>
                </a:solidFill>
                <a:latin typeface="Arial"/>
                <a:ea typeface="Arial"/>
                <a:cs typeface="Arial"/>
              </a:defRPr>
            </a:pPr>
            <a:r>
              <a:rPr sz="2400" b="1">
                <a:solidFill>
                  <a:srgbClr val="163B36"/>
                </a:solidFill>
                <a:latin typeface="Arial"/>
                <a:ea typeface="Arial"/>
                <a:cs typeface="Arial"/>
              </a:rPr>
              <a:t>Answerable cases include verified source evidence.</a:t>
            </a:r>
          </a:p>
        </p:txBody>
      </p:sp>
      <p:graphicFrame>
        <p:nvGraphicFramePr>
          <p:cNvPr id="5" name="">
            <a:extLst xmlns:a="http://schemas.openxmlformats.org/drawingml/2006/main">
              <a:ext uri="{FF2B5EF4-FFF2-40B4-BE49-F238E27FC236}">
                <a16:creationId xmlns:a16="http://schemas.microsoft.com/office/drawing/2014/main" id="{BC9D299A-4104-4DDD-8AAC-3093A7E6F77F}"/>
              </a:ext>
            </a:extLst>
          </p:cNvPr>
          <p:cNvGraphicFramePr/>
          <p:nvPr/>
        </p:nvGraphicFramePr>
        <p:xfrm>
          <a:off xmlns:a="http://schemas.openxmlformats.org/drawingml/2006/main" x="609600" y="2667000"/>
          <a:ext xmlns:a="http://schemas.openxmlformats.org/drawingml/2006/main" cx="8191500" cy="2381250"/>
        </p:xfrm>
        <a:graphic xmlns:a="http://schemas.openxmlformats.org/drawingml/2006/main">
          <a:graphicData uri="http://schemas.openxmlformats.org/drawingml/2006/table">
            <a:tbl>
              <a:tblPr/>
              <a:tblGrid>
                <a:gridCol w="6096000"/>
                <a:gridCol w="2095500"/>
              </a:tblGrid>
              <a:tr h="595313">
                <a:tc>
                  <a:txBody>
                    <a:bodyPr lIns="95250" tIns="95250" rIns="95250" bIns="95250"/>
                    <a:lstStyle/>
                    <a:p>
                      <a:pPr algn="l"/>
                      <a:r>
                        <a:rPr sz="2025" b="1">
                          <a:solidFill>
                            <a:srgbClr val="FFFFFF"/>
                          </a:solidFill>
                          <a:latin typeface="Arial"/>
                          <a:ea typeface="Arial"/>
                          <a:cs typeface="Arial"/>
                        </a:rPr>
                        <a:t>Expected outcome</a:t>
                      </a:r>
                    </a:p>
                  </a:txBody>
                  <a:tcPr marL="91440" marR="91440" marT="45720" marB="45720" anchor="ctr">
                    <a:lnL w="9525">
                      <a:solidFill>
                        <a:srgbClr val="D3DFDA"/>
                      </a:solidFill>
                      <a:prstDash val="solid"/>
                    </a:lnL>
                    <a:lnR w="9525">
                      <a:solidFill>
                        <a:srgbClr val="D3DFDA"/>
                      </a:solidFill>
                      <a:prstDash val="solid"/>
                    </a:lnR>
                    <a:lnT w="9525">
                      <a:solidFill>
                        <a:srgbClr val="D3DFDA"/>
                      </a:solidFill>
                      <a:prstDash val="solid"/>
                    </a:lnT>
                    <a:lnB w="9525">
                      <a:solidFill>
                        <a:srgbClr val="D3DFDA"/>
                      </a:solidFill>
                      <a:prstDash val="solid"/>
                    </a:lnB>
                    <a:solidFill>
                      <a:srgbClr val="163B36"/>
                    </a:solidFill>
                  </a:tcPr>
                </a:tc>
                <a:tc>
                  <a:txBody>
                    <a:bodyPr lIns="95250" tIns="95250" rIns="95250" bIns="95250"/>
                    <a:lstStyle/>
                    <a:p>
                      <a:pPr algn="ctr"/>
                      <a:r>
                        <a:rPr sz="2025" b="1">
                          <a:solidFill>
                            <a:srgbClr val="FFFFFF"/>
                          </a:solidFill>
                          <a:latin typeface="Arial"/>
                          <a:ea typeface="Arial"/>
                          <a:cs typeface="Arial"/>
                        </a:rPr>
                        <a:t>Cases</a:t>
                      </a:r>
                    </a:p>
                  </a:txBody>
                  <a:tcPr marL="91440" marR="91440" marT="45720" marB="45720" anchor="ctr">
                    <a:lnR w="9525">
                      <a:solidFill>
                        <a:srgbClr val="D3DFDA"/>
                      </a:solidFill>
                      <a:prstDash val="solid"/>
                    </a:lnR>
                    <a:lnT w="9525">
                      <a:solidFill>
                        <a:srgbClr val="D3DFDA"/>
                      </a:solidFill>
                      <a:prstDash val="solid"/>
                    </a:lnT>
                    <a:lnB w="9525">
                      <a:solidFill>
                        <a:srgbClr val="D3DFDA"/>
                      </a:solidFill>
                      <a:prstDash val="solid"/>
                    </a:lnB>
                    <a:solidFill>
                      <a:srgbClr val="163B36"/>
                    </a:solidFill>
                  </a:tcPr>
                </a:tc>
              </a:tr>
              <a:tr h="595313">
                <a:tc>
                  <a:txBody>
                    <a:bodyPr lIns="95250" tIns="95250" rIns="95250" bIns="95250"/>
                    <a:lstStyle/>
                    <a:p>
                      <a:pPr algn="l"/>
                      <a:r>
                        <a:rPr sz="2025" b="0">
                          <a:solidFill>
                            <a:srgbClr val="163B36"/>
                          </a:solidFill>
                          <a:latin typeface="Arial"/>
                          <a:ea typeface="Arial"/>
                          <a:cs typeface="Arial"/>
                        </a:rPr>
                        <a:t>Answerable</a:t>
                      </a:r>
                    </a:p>
                  </a:txBody>
                  <a:tcPr marL="91440" marR="91440" marT="45720" marB="45720" anchor="ctr">
                    <a:lnL w="9525">
                      <a:solidFill>
                        <a:srgbClr val="D3DFDA"/>
                      </a:solidFill>
                      <a:prstDash val="solid"/>
                    </a:lnL>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2025" b="0">
                          <a:solidFill>
                            <a:srgbClr val="163B36"/>
                          </a:solidFill>
                          <a:latin typeface="Arial"/>
                          <a:ea typeface="Arial"/>
                          <a:cs typeface="Arial"/>
                        </a:rPr>
                        <a:t>16</a:t>
                      </a:r>
                    </a:p>
                  </a:txBody>
                  <a:tcPr marL="91440" marR="91440" marT="45720" marB="45720" anchor="ctr">
                    <a:lnR w="9525">
                      <a:solidFill>
                        <a:srgbClr val="D3DFDA"/>
                      </a:solidFill>
                      <a:prstDash val="solid"/>
                    </a:lnR>
                    <a:lnB w="9525">
                      <a:solidFill>
                        <a:srgbClr val="D3DFDA"/>
                      </a:solidFill>
                      <a:prstDash val="solid"/>
                    </a:lnB>
                    <a:solidFill>
                      <a:srgbClr val="FFFFFF"/>
                    </a:solidFill>
                  </a:tcPr>
                </a:tc>
              </a:tr>
              <a:tr h="595313">
                <a:tc>
                  <a:txBody>
                    <a:bodyPr lIns="95250" tIns="95250" rIns="95250" bIns="95250"/>
                    <a:lstStyle/>
                    <a:p>
                      <a:pPr algn="l"/>
                      <a:r>
                        <a:rPr sz="2025" b="0">
                          <a:solidFill>
                            <a:srgbClr val="163B36"/>
                          </a:solidFill>
                          <a:latin typeface="Arial"/>
                          <a:ea typeface="Arial"/>
                          <a:cs typeface="Arial"/>
                        </a:rPr>
                        <a:t>Needs clarification</a:t>
                      </a:r>
                    </a:p>
                  </a:txBody>
                  <a:tcPr marL="91440" marR="91440" marT="45720" marB="45720" anchor="ctr">
                    <a:lnL w="9525">
                      <a:solidFill>
                        <a:srgbClr val="D3DFDA"/>
                      </a:solidFill>
                      <a:prstDash val="solid"/>
                    </a:lnL>
                    <a:lnR w="9525">
                      <a:solidFill>
                        <a:srgbClr val="D3DFDA"/>
                      </a:solidFill>
                      <a:prstDash val="solid"/>
                    </a:lnR>
                    <a:lnB w="9525">
                      <a:solidFill>
                        <a:srgbClr val="D3DFDA"/>
                      </a:solidFill>
                      <a:prstDash val="solid"/>
                    </a:lnB>
                    <a:solidFill>
                      <a:srgbClr val="F1F6F3"/>
                    </a:solidFill>
                  </a:tcPr>
                </a:tc>
                <a:tc>
                  <a:txBody>
                    <a:bodyPr lIns="95250" tIns="95250" rIns="95250" bIns="95250"/>
                    <a:lstStyle/>
                    <a:p>
                      <a:pPr algn="ctr"/>
                      <a:r>
                        <a:rPr sz="2025" b="0">
                          <a:solidFill>
                            <a:srgbClr val="163B36"/>
                          </a:solidFill>
                          <a:latin typeface="Arial"/>
                          <a:ea typeface="Arial"/>
                          <a:cs typeface="Arial"/>
                        </a:rPr>
                        <a:t>2</a:t>
                      </a:r>
                    </a:p>
                  </a:txBody>
                  <a:tcPr marL="91440" marR="91440" marT="45720" marB="45720" anchor="ctr">
                    <a:lnR w="9525">
                      <a:solidFill>
                        <a:srgbClr val="D3DFDA"/>
                      </a:solidFill>
                      <a:prstDash val="solid"/>
                    </a:lnR>
                    <a:lnB w="9525">
                      <a:solidFill>
                        <a:srgbClr val="D3DFDA"/>
                      </a:solidFill>
                      <a:prstDash val="solid"/>
                    </a:lnB>
                    <a:solidFill>
                      <a:srgbClr val="F1F6F3"/>
                    </a:solidFill>
                  </a:tcPr>
                </a:tc>
              </a:tr>
              <a:tr h="595313">
                <a:tc>
                  <a:txBody>
                    <a:bodyPr lIns="95250" tIns="95250" rIns="95250" bIns="95250"/>
                    <a:lstStyle/>
                    <a:p>
                      <a:pPr algn="l"/>
                      <a:r>
                        <a:rPr sz="2025" b="0">
                          <a:solidFill>
                            <a:srgbClr val="163B36"/>
                          </a:solidFill>
                          <a:latin typeface="Arial"/>
                          <a:ea typeface="Arial"/>
                          <a:cs typeface="Arial"/>
                        </a:rPr>
                        <a:t>Insufficient evidence</a:t>
                      </a:r>
                    </a:p>
                  </a:txBody>
                  <a:tcPr marL="91440" marR="91440" marT="45720" marB="45720" anchor="ctr">
                    <a:lnL w="9525">
                      <a:solidFill>
                        <a:srgbClr val="D3DFDA"/>
                      </a:solidFill>
                      <a:prstDash val="solid"/>
                    </a:lnL>
                    <a:lnR w="9525">
                      <a:solidFill>
                        <a:srgbClr val="D3DFDA"/>
                      </a:solidFill>
                      <a:prstDash val="solid"/>
                    </a:lnR>
                    <a:lnB w="9525">
                      <a:solidFill>
                        <a:srgbClr val="D3DFDA"/>
                      </a:solidFill>
                      <a:prstDash val="solid"/>
                    </a:lnB>
                    <a:solidFill>
                      <a:srgbClr val="FFFFFF"/>
                    </a:solidFill>
                  </a:tcPr>
                </a:tc>
                <a:tc>
                  <a:txBody>
                    <a:bodyPr lIns="95250" tIns="95250" rIns="95250" bIns="95250"/>
                    <a:lstStyle/>
                    <a:p>
                      <a:pPr algn="ctr"/>
                      <a:r>
                        <a:rPr sz="2025" b="0">
                          <a:solidFill>
                            <a:srgbClr val="163B36"/>
                          </a:solidFill>
                          <a:latin typeface="Arial"/>
                          <a:ea typeface="Arial"/>
                          <a:cs typeface="Arial"/>
                        </a:rPr>
                        <a:t>2</a:t>
                      </a:r>
                    </a:p>
                  </a:txBody>
                  <a:tcPr marL="91440" marR="91440" marT="45720" marB="45720" anchor="ctr">
                    <a:lnR w="9525">
                      <a:solidFill>
                        <a:srgbClr val="D3DFDA"/>
                      </a:solidFill>
                      <a:prstDash val="solid"/>
                    </a:lnR>
                    <a:lnB w="9525">
                      <a:solidFill>
                        <a:srgbClr val="D3DFDA"/>
                      </a:solidFill>
                      <a:prstDash val="solid"/>
                    </a:lnB>
                    <a:solidFill>
                      <a:srgbClr val="FFFFFF"/>
                    </a:solidFill>
                  </a:tcPr>
                </a:tc>
              </a:tr>
            </a:tbl>
          </a:graphicData>
        </a:graphic>
      </p:graphicFrame>
      <p:sp>
        <p:nvSpPr>
          <p:cNvPr id="6" name="text-90">
            <a:extLst xmlns:a="http://schemas.openxmlformats.org/drawingml/2006/main">
              <a:ext uri="{FF2B5EF4-FFF2-40B4-BE49-F238E27FC236}">
                <a16:creationId xmlns:a16="http://schemas.microsoft.com/office/drawing/2014/main" id="{ED6A3806-0FFD-4302-BDDC-4313C412C538}"/>
              </a:ext>
            </a:extLst>
          </p:cNvPr>
          <p:cNvSpPr>
            <a:spLocks xmlns:a="http://schemas.openxmlformats.org/drawingml/2006/main" noGrp="1"/>
          </p:cNvSpPr>
          <p:nvPr/>
        </p:nvSpPr>
        <p:spPr>
          <a:xfrm xmlns:a="http://schemas.openxmlformats.org/drawingml/2006/main">
            <a:off x="9334500" y="3095625"/>
            <a:ext cx="2238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C60"/>
                </a:solidFill>
                <a:latin typeface="Arial"/>
                <a:ea typeface="Arial"/>
                <a:cs typeface="Arial"/>
              </a:defRPr>
            </a:defPPr>
            <a:lvl1pPr algn="l">
              <a:defRPr sz="1950" b="1">
                <a:solidFill>
                  <a:srgbClr val="126C60"/>
                </a:solidFill>
                <a:latin typeface="Arial"/>
                <a:ea typeface="Arial"/>
                <a:cs typeface="Arial"/>
              </a:defRPr>
            </a:lvl1pPr>
            <a:lvl2pPr algn="l">
              <a:defRPr sz="1950" b="1">
                <a:solidFill>
                  <a:srgbClr val="126C60"/>
                </a:solidFill>
                <a:latin typeface="Arial"/>
                <a:ea typeface="Arial"/>
                <a:cs typeface="Arial"/>
              </a:defRPr>
            </a:lvl2pPr>
            <a:lvl3pPr algn="l">
              <a:defRPr sz="1950" b="1">
                <a:solidFill>
                  <a:srgbClr val="126C60"/>
                </a:solidFill>
                <a:latin typeface="Arial"/>
                <a:ea typeface="Arial"/>
                <a:cs typeface="Arial"/>
              </a:defRPr>
            </a:lvl3pPr>
            <a:lvl4pPr algn="l">
              <a:defRPr sz="1950" b="1">
                <a:solidFill>
                  <a:srgbClr val="126C60"/>
                </a:solidFill>
                <a:latin typeface="Arial"/>
                <a:ea typeface="Arial"/>
                <a:cs typeface="Arial"/>
              </a:defRPr>
            </a:lvl4pPr>
            <a:lvl5pPr algn="l">
              <a:defRPr sz="1950" b="1">
                <a:solidFill>
                  <a:srgbClr val="126C60"/>
                </a:solidFill>
                <a:latin typeface="Arial"/>
                <a:ea typeface="Arial"/>
                <a:cs typeface="Arial"/>
              </a:defRPr>
            </a:lvl5pPr>
            <a:lvl6pPr algn="l">
              <a:defRPr sz="1950" b="1">
                <a:solidFill>
                  <a:srgbClr val="126C60"/>
                </a:solidFill>
                <a:latin typeface="Arial"/>
                <a:ea typeface="Arial"/>
                <a:cs typeface="Arial"/>
              </a:defRPr>
            </a:lvl6pPr>
            <a:lvl7pPr algn="l">
              <a:defRPr sz="1950" b="1">
                <a:solidFill>
                  <a:srgbClr val="126C60"/>
                </a:solidFill>
                <a:latin typeface="Arial"/>
                <a:ea typeface="Arial"/>
                <a:cs typeface="Arial"/>
              </a:defRPr>
            </a:lvl7pPr>
            <a:lvl8pPr algn="l">
              <a:defRPr sz="1950" b="1">
                <a:solidFill>
                  <a:srgbClr val="126C60"/>
                </a:solidFill>
                <a:latin typeface="Arial"/>
                <a:ea typeface="Arial"/>
                <a:cs typeface="Arial"/>
              </a:defRPr>
            </a:lvl8pPr>
            <a:lvl9pPr algn="l">
              <a:defRPr sz="1950" b="1">
                <a:solidFill>
                  <a:srgbClr val="126C60"/>
                </a:solidFill>
                <a:latin typeface="Arial"/>
                <a:ea typeface="Arial"/>
                <a:cs typeface="Arial"/>
              </a:defRPr>
            </a:lvl9pPr>
          </a:lstStyle>
          <a:p xmlns:a="http://schemas.openxmlformats.org/drawingml/2006/main">
            <a:pPr algn="l">
              <a:defRPr sz="1950" b="1">
                <a:solidFill>
                  <a:srgbClr val="126C60"/>
                </a:solidFill>
                <a:latin typeface="Arial"/>
                <a:ea typeface="Arial"/>
                <a:cs typeface="Arial"/>
              </a:defRPr>
            </a:pPr>
            <a:r>
              <a:rPr sz="1950" b="1">
                <a:solidFill>
                  <a:srgbClr val="126C60"/>
                </a:solidFill>
                <a:latin typeface="Arial"/>
                <a:ea typeface="Arial"/>
                <a:cs typeface="Arial"/>
              </a:rPr>
              <a:t>Five comparisons</a:t>
            </a:r>
          </a:p>
          <a:p xmlns:a="http://schemas.openxmlformats.org/drawingml/2006/main">
            <a:pPr algn="l">
              <a:defRPr sz="1950" b="1">
                <a:solidFill>
                  <a:srgbClr val="126C60"/>
                </a:solidFill>
                <a:latin typeface="Arial"/>
                <a:ea typeface="Arial"/>
                <a:cs typeface="Arial"/>
              </a:defRPr>
            </a:pPr>
            <a:r>
              <a:rPr sz="1950" b="1">
                <a:solidFill>
                  <a:srgbClr val="126C60"/>
                </a:solidFill>
                <a:latin typeface="Arial"/>
                <a:ea typeface="Arial"/>
                <a:cs typeface="Arial"/>
              </a:rPr>
              <a:t>within the 16</a:t>
            </a:r>
          </a:p>
          <a:p xmlns:a="http://schemas.openxmlformats.org/drawingml/2006/main">
            <a:pPr algn="l">
              <a:defRPr sz="1950" b="1">
                <a:solidFill>
                  <a:srgbClr val="126C60"/>
                </a:solidFill>
                <a:latin typeface="Arial"/>
                <a:ea typeface="Arial"/>
                <a:cs typeface="Arial"/>
              </a:defRPr>
            </a:pPr>
            <a:r>
              <a:rPr sz="1950" b="1">
                <a:solidFill>
                  <a:srgbClr val="126C60"/>
                </a:solidFill>
                <a:latin typeface="Arial"/>
                <a:ea typeface="Arial"/>
                <a:cs typeface="Arial"/>
              </a:rPr>
              <a:t>answerable cases</a:t>
            </a:r>
          </a:p>
        </p:txBody>
      </p:sp>
      <p:sp>
        <p:nvSpPr>
          <p:cNvPr id="7" name="text-91">
            <a:extLst xmlns:a="http://schemas.openxmlformats.org/drawingml/2006/main">
              <a:ext uri="{FF2B5EF4-FFF2-40B4-BE49-F238E27FC236}">
                <a16:creationId xmlns:a16="http://schemas.microsoft.com/office/drawing/2014/main" id="{1340A6CC-B522-46E1-BD2F-8037B46BC6EA}"/>
              </a:ext>
            </a:extLst>
          </p:cNvPr>
          <p:cNvSpPr>
            <a:spLocks xmlns:a="http://schemas.openxmlformats.org/drawingml/2006/main" noGrp="1"/>
          </p:cNvSpPr>
          <p:nvPr/>
        </p:nvSpPr>
        <p:spPr>
          <a:xfrm xmlns:a="http://schemas.openxmlformats.org/drawingml/2006/main">
            <a:off x="609600" y="53816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B36"/>
                </a:solidFill>
                <a:latin typeface="Arial"/>
                <a:ea typeface="Arial"/>
                <a:cs typeface="Arial"/>
              </a:defRPr>
            </a:defPPr>
            <a:lvl1pPr algn="l">
              <a:defRPr sz="1950" b="0">
                <a:solidFill>
                  <a:srgbClr val="163B36"/>
                </a:solidFill>
                <a:latin typeface="Arial"/>
                <a:ea typeface="Arial"/>
                <a:cs typeface="Arial"/>
              </a:defRPr>
            </a:lvl1pPr>
            <a:lvl2pPr algn="l">
              <a:defRPr sz="1950" b="0">
                <a:solidFill>
                  <a:srgbClr val="163B36"/>
                </a:solidFill>
                <a:latin typeface="Arial"/>
                <a:ea typeface="Arial"/>
                <a:cs typeface="Arial"/>
              </a:defRPr>
            </a:lvl2pPr>
            <a:lvl3pPr algn="l">
              <a:defRPr sz="1950" b="0">
                <a:solidFill>
                  <a:srgbClr val="163B36"/>
                </a:solidFill>
                <a:latin typeface="Arial"/>
                <a:ea typeface="Arial"/>
                <a:cs typeface="Arial"/>
              </a:defRPr>
            </a:lvl3pPr>
            <a:lvl4pPr algn="l">
              <a:defRPr sz="1950" b="0">
                <a:solidFill>
                  <a:srgbClr val="163B36"/>
                </a:solidFill>
                <a:latin typeface="Arial"/>
                <a:ea typeface="Arial"/>
                <a:cs typeface="Arial"/>
              </a:defRPr>
            </a:lvl4pPr>
            <a:lvl5pPr algn="l">
              <a:defRPr sz="1950" b="0">
                <a:solidFill>
                  <a:srgbClr val="163B36"/>
                </a:solidFill>
                <a:latin typeface="Arial"/>
                <a:ea typeface="Arial"/>
                <a:cs typeface="Arial"/>
              </a:defRPr>
            </a:lvl5pPr>
            <a:lvl6pPr algn="l">
              <a:defRPr sz="1950" b="0">
                <a:solidFill>
                  <a:srgbClr val="163B36"/>
                </a:solidFill>
                <a:latin typeface="Arial"/>
                <a:ea typeface="Arial"/>
                <a:cs typeface="Arial"/>
              </a:defRPr>
            </a:lvl6pPr>
            <a:lvl7pPr algn="l">
              <a:defRPr sz="1950" b="0">
                <a:solidFill>
                  <a:srgbClr val="163B36"/>
                </a:solidFill>
                <a:latin typeface="Arial"/>
                <a:ea typeface="Arial"/>
                <a:cs typeface="Arial"/>
              </a:defRPr>
            </a:lvl7pPr>
            <a:lvl8pPr algn="l">
              <a:defRPr sz="1950" b="0">
                <a:solidFill>
                  <a:srgbClr val="163B36"/>
                </a:solidFill>
                <a:latin typeface="Arial"/>
                <a:ea typeface="Arial"/>
                <a:cs typeface="Arial"/>
              </a:defRPr>
            </a:lvl8pPr>
            <a:lvl9pPr algn="l">
              <a:defRPr sz="1950" b="0">
                <a:solidFill>
                  <a:srgbClr val="163B36"/>
                </a:solidFill>
                <a:latin typeface="Arial"/>
                <a:ea typeface="Arial"/>
                <a:cs typeface="Arial"/>
              </a:defRPr>
            </a:lvl9pPr>
          </a:lstStyle>
          <a:p xmlns:a="http://schemas.openxmlformats.org/drawingml/2006/main">
            <a:pPr algn="l">
              <a:defRPr sz="1950" b="0">
                <a:solidFill>
                  <a:srgbClr val="163B36"/>
                </a:solidFill>
                <a:latin typeface="Arial"/>
                <a:ea typeface="Arial"/>
                <a:cs typeface="Arial"/>
              </a:defRPr>
            </a:pPr>
            <a:r>
              <a:rPr sz="1950" b="0">
                <a:solidFill>
                  <a:srgbClr val="163B36"/>
                </a:solidFill>
                <a:latin typeface="Arial"/>
                <a:ea typeface="Arial"/>
                <a:cs typeface="Arial"/>
              </a:rPr>
              <a:t>Review evidence recall, evidence precision, citation checks and</a:t>
            </a:r>
          </a:p>
          <a:p xmlns:a="http://schemas.openxmlformats.org/drawingml/2006/main">
            <a:pPr algn="l">
              <a:defRPr sz="1950" b="0">
                <a:solidFill>
                  <a:srgbClr val="163B36"/>
                </a:solidFill>
                <a:latin typeface="Arial"/>
                <a:ea typeface="Arial"/>
                <a:cs typeface="Arial"/>
              </a:defRPr>
            </a:pPr>
            <a:r>
              <a:rPr sz="1950" b="0">
                <a:solidFill>
                  <a:srgbClr val="163B36"/>
                </a:solidFill>
                <a:latin typeface="Arial"/>
                <a:ea typeface="Arial"/>
                <a:cs typeface="Arial"/>
              </a:rPr>
              <a:t>claim support. Save human Pass / Fail notes and export results.</a:t>
            </a:r>
          </a:p>
        </p:txBody>
      </p:sp>
    </p:spTree>
    <p:extLst>
      <p:ext uri="{BB962C8B-B14F-4D97-AF65-F5344CB8AC3E}">
        <p14:creationId xmlns:p14="http://schemas.microsoft.com/office/powerpoint/2010/main" val="13964497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FDCD348A-394F-491F-A677-54FC70D5CBE1}"/>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Live demonstration</a:t>
            </a:r>
          </a:p>
        </p:txBody>
      </p:sp>
      <p:sp>
        <p:nvSpPr>
          <p:cNvPr id="2" name="text-92">
            <a:extLst xmlns:a="http://schemas.openxmlformats.org/drawingml/2006/main">
              <a:ext uri="{FF2B5EF4-FFF2-40B4-BE49-F238E27FC236}">
                <a16:creationId xmlns:a16="http://schemas.microsoft.com/office/drawing/2014/main" id="{28CF8330-A309-4D63-B83C-1053DD521F12}"/>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Current app: contract_cited_answer_v5_deadline_guarded. API questions may incur normal usage charges.</a:t>
            </a:r>
          </a:p>
        </p:txBody>
      </p:sp>
      <p:sp>
        <p:nvSpPr>
          <p:cNvPr id="3" name="text-93">
            <a:extLst xmlns:a="http://schemas.openxmlformats.org/drawingml/2006/main">
              <a:ext uri="{FF2B5EF4-FFF2-40B4-BE49-F238E27FC236}">
                <a16:creationId xmlns:a16="http://schemas.microsoft.com/office/drawing/2014/main" id="{1E2B69A4-60D3-43EE-BCA1-DE9A8EAA1F25}"/>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12</a:t>
            </a:r>
          </a:p>
        </p:txBody>
      </p:sp>
      <p:sp>
        <p:nvSpPr>
          <p:cNvPr id="4" name="text-94">
            <a:extLst xmlns:a="http://schemas.openxmlformats.org/drawingml/2006/main">
              <a:ext uri="{FF2B5EF4-FFF2-40B4-BE49-F238E27FC236}">
                <a16:creationId xmlns:a16="http://schemas.microsoft.com/office/drawing/2014/main" id="{FC6F2764-ED2B-4DC3-BBBC-F5C661B08BC0}"/>
              </a:ext>
            </a:extLst>
          </p:cNvPr>
          <p:cNvSpPr>
            <a:spLocks xmlns:a="http://schemas.openxmlformats.org/drawingml/2006/main" noGrp="1"/>
          </p:cNvSpPr>
          <p:nvPr/>
        </p:nvSpPr>
        <p:spPr>
          <a:xfrm xmlns:a="http://schemas.openxmlformats.org/drawingml/2006/main">
            <a:off x="609600" y="13620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6C60"/>
                </a:solidFill>
                <a:latin typeface="Arial"/>
                <a:ea typeface="Arial"/>
                <a:cs typeface="Arial"/>
              </a:defRPr>
            </a:defPPr>
            <a:lvl1pPr algn="l">
              <a:defRPr sz="2850" b="1">
                <a:solidFill>
                  <a:srgbClr val="126C60"/>
                </a:solidFill>
                <a:latin typeface="Arial"/>
                <a:ea typeface="Arial"/>
                <a:cs typeface="Arial"/>
              </a:defRPr>
            </a:lvl1pPr>
            <a:lvl2pPr algn="l">
              <a:defRPr sz="2850" b="1">
                <a:solidFill>
                  <a:srgbClr val="126C60"/>
                </a:solidFill>
                <a:latin typeface="Arial"/>
                <a:ea typeface="Arial"/>
                <a:cs typeface="Arial"/>
              </a:defRPr>
            </a:lvl2pPr>
            <a:lvl3pPr algn="l">
              <a:defRPr sz="2850" b="1">
                <a:solidFill>
                  <a:srgbClr val="126C60"/>
                </a:solidFill>
                <a:latin typeface="Arial"/>
                <a:ea typeface="Arial"/>
                <a:cs typeface="Arial"/>
              </a:defRPr>
            </a:lvl3pPr>
            <a:lvl4pPr algn="l">
              <a:defRPr sz="2850" b="1">
                <a:solidFill>
                  <a:srgbClr val="126C60"/>
                </a:solidFill>
                <a:latin typeface="Arial"/>
                <a:ea typeface="Arial"/>
                <a:cs typeface="Arial"/>
              </a:defRPr>
            </a:lvl4pPr>
            <a:lvl5pPr algn="l">
              <a:defRPr sz="2850" b="1">
                <a:solidFill>
                  <a:srgbClr val="126C60"/>
                </a:solidFill>
                <a:latin typeface="Arial"/>
                <a:ea typeface="Arial"/>
                <a:cs typeface="Arial"/>
              </a:defRPr>
            </a:lvl5pPr>
            <a:lvl6pPr algn="l">
              <a:defRPr sz="2850" b="1">
                <a:solidFill>
                  <a:srgbClr val="126C60"/>
                </a:solidFill>
                <a:latin typeface="Arial"/>
                <a:ea typeface="Arial"/>
                <a:cs typeface="Arial"/>
              </a:defRPr>
            </a:lvl6pPr>
            <a:lvl7pPr algn="l">
              <a:defRPr sz="2850" b="1">
                <a:solidFill>
                  <a:srgbClr val="126C60"/>
                </a:solidFill>
                <a:latin typeface="Arial"/>
                <a:ea typeface="Arial"/>
                <a:cs typeface="Arial"/>
              </a:defRPr>
            </a:lvl7pPr>
            <a:lvl8pPr algn="l">
              <a:defRPr sz="2850" b="1">
                <a:solidFill>
                  <a:srgbClr val="126C60"/>
                </a:solidFill>
                <a:latin typeface="Arial"/>
                <a:ea typeface="Arial"/>
                <a:cs typeface="Arial"/>
              </a:defRPr>
            </a:lvl8pPr>
            <a:lvl9pPr algn="l">
              <a:defRPr sz="2850" b="1">
                <a:solidFill>
                  <a:srgbClr val="126C60"/>
                </a:solidFill>
                <a:latin typeface="Arial"/>
                <a:ea typeface="Arial"/>
                <a:cs typeface="Arial"/>
              </a:defRPr>
            </a:lvl9pPr>
          </a:lstStyle>
          <a:p xmlns:a="http://schemas.openxmlformats.org/drawingml/2006/main">
            <a:pPr algn="l">
              <a:defRPr sz="2850" b="1">
                <a:solidFill>
                  <a:srgbClr val="126C60"/>
                </a:solidFill>
                <a:latin typeface="Arial"/>
                <a:ea typeface="Arial"/>
                <a:cs typeface="Arial"/>
              </a:defRPr>
            </a:pPr>
            <a:r>
              <a:rPr sz="2850" b="1">
                <a:solidFill>
                  <a:srgbClr val="126C60"/>
                </a:solidFill>
                <a:latin typeface="Arial"/>
                <a:ea typeface="Arial"/>
                <a:cs typeface="Arial"/>
                <a:hlinkClick xmlns:r="http://schemas.openxmlformats.org/officeDocument/2006/relationships" r:id="Rff00c8c918d54732"/>
              </a:rPr>
              <a:t>http://127.0.0.1:8501/</a:t>
            </a:r>
          </a:p>
        </p:txBody>
      </p:sp>
      <p:sp>
        <p:nvSpPr>
          <p:cNvPr id="5" name="text-95">
            <a:extLst xmlns:a="http://schemas.openxmlformats.org/drawingml/2006/main">
              <a:ext uri="{FF2B5EF4-FFF2-40B4-BE49-F238E27FC236}">
                <a16:creationId xmlns:a16="http://schemas.microsoft.com/office/drawing/2014/main" id="{D326233B-8B57-4B09-97C3-8B9809CF2470}"/>
              </a:ext>
            </a:extLst>
          </p:cNvPr>
          <p:cNvSpPr>
            <a:spLocks xmlns:a="http://schemas.openxmlformats.org/drawingml/2006/main" noGrp="1"/>
          </p:cNvSpPr>
          <p:nvPr/>
        </p:nvSpPr>
        <p:spPr>
          <a:xfrm xmlns:a="http://schemas.openxmlformats.org/drawingml/2006/main">
            <a:off x="609600" y="24955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6C60"/>
                </a:solidFill>
                <a:latin typeface="Arial"/>
                <a:ea typeface="Arial"/>
                <a:cs typeface="Arial"/>
              </a:defRPr>
            </a:defPPr>
            <a:lvl1pPr algn="l">
              <a:defRPr sz="2400" b="1">
                <a:solidFill>
                  <a:srgbClr val="126C60"/>
                </a:solidFill>
                <a:latin typeface="Arial"/>
                <a:ea typeface="Arial"/>
                <a:cs typeface="Arial"/>
              </a:defRPr>
            </a:lvl1pPr>
            <a:lvl2pPr algn="l">
              <a:defRPr sz="2400" b="1">
                <a:solidFill>
                  <a:srgbClr val="126C60"/>
                </a:solidFill>
                <a:latin typeface="Arial"/>
                <a:ea typeface="Arial"/>
                <a:cs typeface="Arial"/>
              </a:defRPr>
            </a:lvl2pPr>
            <a:lvl3pPr algn="l">
              <a:defRPr sz="2400" b="1">
                <a:solidFill>
                  <a:srgbClr val="126C60"/>
                </a:solidFill>
                <a:latin typeface="Arial"/>
                <a:ea typeface="Arial"/>
                <a:cs typeface="Arial"/>
              </a:defRPr>
            </a:lvl3pPr>
            <a:lvl4pPr algn="l">
              <a:defRPr sz="2400" b="1">
                <a:solidFill>
                  <a:srgbClr val="126C60"/>
                </a:solidFill>
                <a:latin typeface="Arial"/>
                <a:ea typeface="Arial"/>
                <a:cs typeface="Arial"/>
              </a:defRPr>
            </a:lvl4pPr>
            <a:lvl5pPr algn="l">
              <a:defRPr sz="2400" b="1">
                <a:solidFill>
                  <a:srgbClr val="126C60"/>
                </a:solidFill>
                <a:latin typeface="Arial"/>
                <a:ea typeface="Arial"/>
                <a:cs typeface="Arial"/>
              </a:defRPr>
            </a:lvl5pPr>
            <a:lvl6pPr algn="l">
              <a:defRPr sz="2400" b="1">
                <a:solidFill>
                  <a:srgbClr val="126C60"/>
                </a:solidFill>
                <a:latin typeface="Arial"/>
                <a:ea typeface="Arial"/>
                <a:cs typeface="Arial"/>
              </a:defRPr>
            </a:lvl6pPr>
            <a:lvl7pPr algn="l">
              <a:defRPr sz="2400" b="1">
                <a:solidFill>
                  <a:srgbClr val="126C60"/>
                </a:solidFill>
                <a:latin typeface="Arial"/>
                <a:ea typeface="Arial"/>
                <a:cs typeface="Arial"/>
              </a:defRPr>
            </a:lvl7pPr>
            <a:lvl8pPr algn="l">
              <a:defRPr sz="2400" b="1">
                <a:solidFill>
                  <a:srgbClr val="126C60"/>
                </a:solidFill>
                <a:latin typeface="Arial"/>
                <a:ea typeface="Arial"/>
                <a:cs typeface="Arial"/>
              </a:defRPr>
            </a:lvl8pPr>
            <a:lvl9pPr algn="l">
              <a:defRPr sz="2400" b="1">
                <a:solidFill>
                  <a:srgbClr val="126C60"/>
                </a:solidFill>
                <a:latin typeface="Arial"/>
                <a:ea typeface="Arial"/>
                <a:cs typeface="Arial"/>
              </a:defRPr>
            </a:lvl9pPr>
          </a:lstStyle>
          <a:p xmlns:a="http://schemas.openxmlformats.org/drawingml/2006/main">
            <a:pPr algn="l">
              <a:defRPr sz="2400" b="1">
                <a:solidFill>
                  <a:srgbClr val="126C60"/>
                </a:solidFill>
                <a:latin typeface="Arial"/>
                <a:ea typeface="Arial"/>
                <a:cs typeface="Arial"/>
              </a:defRPr>
            </a:pPr>
            <a:r>
              <a:rPr sz="2400" b="1">
                <a:solidFill>
                  <a:srgbClr val="126C60"/>
                </a:solidFill>
                <a:latin typeface="Arial"/>
                <a:ea typeface="Arial"/>
                <a:cs typeface="Arial"/>
              </a:rPr>
              <a:t>1</a:t>
            </a:r>
          </a:p>
        </p:txBody>
      </p:sp>
      <p:sp>
        <p:nvSpPr>
          <p:cNvPr id="6" name="text-96">
            <a:extLst xmlns:a="http://schemas.openxmlformats.org/drawingml/2006/main">
              <a:ext uri="{FF2B5EF4-FFF2-40B4-BE49-F238E27FC236}">
                <a16:creationId xmlns:a16="http://schemas.microsoft.com/office/drawing/2014/main" id="{E2E0735B-BA59-447F-B32D-DB0C692C692C}"/>
              </a:ext>
            </a:extLst>
          </p:cNvPr>
          <p:cNvSpPr>
            <a:spLocks xmlns:a="http://schemas.openxmlformats.org/drawingml/2006/main" noGrp="1"/>
          </p:cNvSpPr>
          <p:nvPr/>
        </p:nvSpPr>
        <p:spPr>
          <a:xfrm xmlns:a="http://schemas.openxmlformats.org/drawingml/2006/main">
            <a:off x="1266825" y="24955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3B36"/>
                </a:solidFill>
                <a:latin typeface="Arial"/>
                <a:ea typeface="Arial"/>
                <a:cs typeface="Arial"/>
              </a:defRPr>
            </a:defPPr>
            <a:lvl1pPr algn="l">
              <a:defRPr sz="2175" b="1">
                <a:solidFill>
                  <a:srgbClr val="163B36"/>
                </a:solidFill>
                <a:latin typeface="Arial"/>
                <a:ea typeface="Arial"/>
                <a:cs typeface="Arial"/>
              </a:defRPr>
            </a:lvl1pPr>
            <a:lvl2pPr algn="l">
              <a:defRPr sz="2175" b="1">
                <a:solidFill>
                  <a:srgbClr val="163B36"/>
                </a:solidFill>
                <a:latin typeface="Arial"/>
                <a:ea typeface="Arial"/>
                <a:cs typeface="Arial"/>
              </a:defRPr>
            </a:lvl2pPr>
            <a:lvl3pPr algn="l">
              <a:defRPr sz="2175" b="1">
                <a:solidFill>
                  <a:srgbClr val="163B36"/>
                </a:solidFill>
                <a:latin typeface="Arial"/>
                <a:ea typeface="Arial"/>
                <a:cs typeface="Arial"/>
              </a:defRPr>
            </a:lvl3pPr>
            <a:lvl4pPr algn="l">
              <a:defRPr sz="2175" b="1">
                <a:solidFill>
                  <a:srgbClr val="163B36"/>
                </a:solidFill>
                <a:latin typeface="Arial"/>
                <a:ea typeface="Arial"/>
                <a:cs typeface="Arial"/>
              </a:defRPr>
            </a:lvl4pPr>
            <a:lvl5pPr algn="l">
              <a:defRPr sz="2175" b="1">
                <a:solidFill>
                  <a:srgbClr val="163B36"/>
                </a:solidFill>
                <a:latin typeface="Arial"/>
                <a:ea typeface="Arial"/>
                <a:cs typeface="Arial"/>
              </a:defRPr>
            </a:lvl5pPr>
            <a:lvl6pPr algn="l">
              <a:defRPr sz="2175" b="1">
                <a:solidFill>
                  <a:srgbClr val="163B36"/>
                </a:solidFill>
                <a:latin typeface="Arial"/>
                <a:ea typeface="Arial"/>
                <a:cs typeface="Arial"/>
              </a:defRPr>
            </a:lvl6pPr>
            <a:lvl7pPr algn="l">
              <a:defRPr sz="2175" b="1">
                <a:solidFill>
                  <a:srgbClr val="163B36"/>
                </a:solidFill>
                <a:latin typeface="Arial"/>
                <a:ea typeface="Arial"/>
                <a:cs typeface="Arial"/>
              </a:defRPr>
            </a:lvl7pPr>
            <a:lvl8pPr algn="l">
              <a:defRPr sz="2175" b="1">
                <a:solidFill>
                  <a:srgbClr val="163B36"/>
                </a:solidFill>
                <a:latin typeface="Arial"/>
                <a:ea typeface="Arial"/>
                <a:cs typeface="Arial"/>
              </a:defRPr>
            </a:lvl8pPr>
            <a:lvl9pPr algn="l">
              <a:defRPr sz="2175" b="1">
                <a:solidFill>
                  <a:srgbClr val="163B36"/>
                </a:solidFill>
                <a:latin typeface="Arial"/>
                <a:ea typeface="Arial"/>
                <a:cs typeface="Arial"/>
              </a:defRPr>
            </a:lvl9pPr>
          </a:lstStyle>
          <a:p xmlns:a="http://schemas.openxmlformats.org/drawingml/2006/main">
            <a:pPr algn="l">
              <a:defRPr sz="2175" b="1">
                <a:solidFill>
                  <a:srgbClr val="163B36"/>
                </a:solidFill>
                <a:latin typeface="Arial"/>
                <a:ea typeface="Arial"/>
                <a:cs typeface="Arial"/>
              </a:defRPr>
            </a:pPr>
            <a:r>
              <a:rPr sz="2175" b="1">
                <a:solidFill>
                  <a:srgbClr val="163B36"/>
                </a:solidFill>
                <a:latin typeface="Arial"/>
                <a:ea typeface="Arial"/>
                <a:cs typeface="Arial"/>
              </a:rPr>
              <a:t>Architecture</a:t>
            </a:r>
          </a:p>
        </p:txBody>
      </p:sp>
      <p:sp>
        <p:nvSpPr>
          <p:cNvPr id="7" name="text-97">
            <a:extLst xmlns:a="http://schemas.openxmlformats.org/drawingml/2006/main">
              <a:ext uri="{FF2B5EF4-FFF2-40B4-BE49-F238E27FC236}">
                <a16:creationId xmlns:a16="http://schemas.microsoft.com/office/drawing/2014/main" id="{BA63276B-D25D-4BF3-8326-FE06AAA28449}"/>
              </a:ext>
            </a:extLst>
          </p:cNvPr>
          <p:cNvSpPr>
            <a:spLocks xmlns:a="http://schemas.openxmlformats.org/drawingml/2006/main" noGrp="1"/>
          </p:cNvSpPr>
          <p:nvPr/>
        </p:nvSpPr>
        <p:spPr>
          <a:xfrm xmlns:a="http://schemas.openxmlformats.org/drawingml/2006/main">
            <a:off x="4667250" y="24955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B36"/>
                </a:solidFill>
                <a:latin typeface="Arial"/>
                <a:ea typeface="Arial"/>
                <a:cs typeface="Arial"/>
              </a:defRPr>
            </a:defPPr>
            <a:lvl1pPr algn="l">
              <a:defRPr sz="1950" b="0">
                <a:solidFill>
                  <a:srgbClr val="163B36"/>
                </a:solidFill>
                <a:latin typeface="Arial"/>
                <a:ea typeface="Arial"/>
                <a:cs typeface="Arial"/>
              </a:defRPr>
            </a:lvl1pPr>
            <a:lvl2pPr algn="l">
              <a:defRPr sz="1950" b="0">
                <a:solidFill>
                  <a:srgbClr val="163B36"/>
                </a:solidFill>
                <a:latin typeface="Arial"/>
                <a:ea typeface="Arial"/>
                <a:cs typeface="Arial"/>
              </a:defRPr>
            </a:lvl2pPr>
            <a:lvl3pPr algn="l">
              <a:defRPr sz="1950" b="0">
                <a:solidFill>
                  <a:srgbClr val="163B36"/>
                </a:solidFill>
                <a:latin typeface="Arial"/>
                <a:ea typeface="Arial"/>
                <a:cs typeface="Arial"/>
              </a:defRPr>
            </a:lvl3pPr>
            <a:lvl4pPr algn="l">
              <a:defRPr sz="1950" b="0">
                <a:solidFill>
                  <a:srgbClr val="163B36"/>
                </a:solidFill>
                <a:latin typeface="Arial"/>
                <a:ea typeface="Arial"/>
                <a:cs typeface="Arial"/>
              </a:defRPr>
            </a:lvl4pPr>
            <a:lvl5pPr algn="l">
              <a:defRPr sz="1950" b="0">
                <a:solidFill>
                  <a:srgbClr val="163B36"/>
                </a:solidFill>
                <a:latin typeface="Arial"/>
                <a:ea typeface="Arial"/>
                <a:cs typeface="Arial"/>
              </a:defRPr>
            </a:lvl5pPr>
            <a:lvl6pPr algn="l">
              <a:defRPr sz="1950" b="0">
                <a:solidFill>
                  <a:srgbClr val="163B36"/>
                </a:solidFill>
                <a:latin typeface="Arial"/>
                <a:ea typeface="Arial"/>
                <a:cs typeface="Arial"/>
              </a:defRPr>
            </a:lvl6pPr>
            <a:lvl7pPr algn="l">
              <a:defRPr sz="1950" b="0">
                <a:solidFill>
                  <a:srgbClr val="163B36"/>
                </a:solidFill>
                <a:latin typeface="Arial"/>
                <a:ea typeface="Arial"/>
                <a:cs typeface="Arial"/>
              </a:defRPr>
            </a:lvl7pPr>
            <a:lvl8pPr algn="l">
              <a:defRPr sz="1950" b="0">
                <a:solidFill>
                  <a:srgbClr val="163B36"/>
                </a:solidFill>
                <a:latin typeface="Arial"/>
                <a:ea typeface="Arial"/>
                <a:cs typeface="Arial"/>
              </a:defRPr>
            </a:lvl8pPr>
            <a:lvl9pPr algn="l">
              <a:defRPr sz="1950" b="0">
                <a:solidFill>
                  <a:srgbClr val="163B36"/>
                </a:solidFill>
                <a:latin typeface="Arial"/>
                <a:ea typeface="Arial"/>
                <a:cs typeface="Arial"/>
              </a:defRPr>
            </a:lvl9pPr>
          </a:lstStyle>
          <a:p xmlns:a="http://schemas.openxmlformats.org/drawingml/2006/main">
            <a:pPr algn="l">
              <a:defRPr sz="1950" b="0">
                <a:solidFill>
                  <a:srgbClr val="163B36"/>
                </a:solidFill>
                <a:latin typeface="Arial"/>
                <a:ea typeface="Arial"/>
                <a:cs typeface="Arial"/>
              </a:defRPr>
            </a:pPr>
            <a:r>
              <a:rPr sz="1950" b="0">
                <a:solidFill>
                  <a:srgbClr val="163B36"/>
                </a:solidFill>
                <a:latin typeface="Arial"/>
                <a:ea typeface="Arial"/>
                <a:cs typeface="Arial"/>
              </a:rPr>
              <a:t>Open larger view, use 100% and pan</a:t>
            </a:r>
          </a:p>
        </p:txBody>
      </p:sp>
      <p:sp>
        <p:nvSpPr>
          <p:cNvPr id="8" name="text-98">
            <a:extLst xmlns:a="http://schemas.openxmlformats.org/drawingml/2006/main">
              <a:ext uri="{FF2B5EF4-FFF2-40B4-BE49-F238E27FC236}">
                <a16:creationId xmlns:a16="http://schemas.microsoft.com/office/drawing/2014/main" id="{7D4AC9E3-7BA4-4BE9-91EA-102D4F97CA1B}"/>
              </a:ext>
            </a:extLst>
          </p:cNvPr>
          <p:cNvSpPr>
            <a:spLocks xmlns:a="http://schemas.openxmlformats.org/drawingml/2006/main" noGrp="1"/>
          </p:cNvSpPr>
          <p:nvPr/>
        </p:nvSpPr>
        <p:spPr>
          <a:xfrm xmlns:a="http://schemas.openxmlformats.org/drawingml/2006/main">
            <a:off x="609600" y="33242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6C60"/>
                </a:solidFill>
                <a:latin typeface="Arial"/>
                <a:ea typeface="Arial"/>
                <a:cs typeface="Arial"/>
              </a:defRPr>
            </a:defPPr>
            <a:lvl1pPr algn="l">
              <a:defRPr sz="2400" b="1">
                <a:solidFill>
                  <a:srgbClr val="126C60"/>
                </a:solidFill>
                <a:latin typeface="Arial"/>
                <a:ea typeface="Arial"/>
                <a:cs typeface="Arial"/>
              </a:defRPr>
            </a:lvl1pPr>
            <a:lvl2pPr algn="l">
              <a:defRPr sz="2400" b="1">
                <a:solidFill>
                  <a:srgbClr val="126C60"/>
                </a:solidFill>
                <a:latin typeface="Arial"/>
                <a:ea typeface="Arial"/>
                <a:cs typeface="Arial"/>
              </a:defRPr>
            </a:lvl2pPr>
            <a:lvl3pPr algn="l">
              <a:defRPr sz="2400" b="1">
                <a:solidFill>
                  <a:srgbClr val="126C60"/>
                </a:solidFill>
                <a:latin typeface="Arial"/>
                <a:ea typeface="Arial"/>
                <a:cs typeface="Arial"/>
              </a:defRPr>
            </a:lvl3pPr>
            <a:lvl4pPr algn="l">
              <a:defRPr sz="2400" b="1">
                <a:solidFill>
                  <a:srgbClr val="126C60"/>
                </a:solidFill>
                <a:latin typeface="Arial"/>
                <a:ea typeface="Arial"/>
                <a:cs typeface="Arial"/>
              </a:defRPr>
            </a:lvl4pPr>
            <a:lvl5pPr algn="l">
              <a:defRPr sz="2400" b="1">
                <a:solidFill>
                  <a:srgbClr val="126C60"/>
                </a:solidFill>
                <a:latin typeface="Arial"/>
                <a:ea typeface="Arial"/>
                <a:cs typeface="Arial"/>
              </a:defRPr>
            </a:lvl5pPr>
            <a:lvl6pPr algn="l">
              <a:defRPr sz="2400" b="1">
                <a:solidFill>
                  <a:srgbClr val="126C60"/>
                </a:solidFill>
                <a:latin typeface="Arial"/>
                <a:ea typeface="Arial"/>
                <a:cs typeface="Arial"/>
              </a:defRPr>
            </a:lvl6pPr>
            <a:lvl7pPr algn="l">
              <a:defRPr sz="2400" b="1">
                <a:solidFill>
                  <a:srgbClr val="126C60"/>
                </a:solidFill>
                <a:latin typeface="Arial"/>
                <a:ea typeface="Arial"/>
                <a:cs typeface="Arial"/>
              </a:defRPr>
            </a:lvl7pPr>
            <a:lvl8pPr algn="l">
              <a:defRPr sz="2400" b="1">
                <a:solidFill>
                  <a:srgbClr val="126C60"/>
                </a:solidFill>
                <a:latin typeface="Arial"/>
                <a:ea typeface="Arial"/>
                <a:cs typeface="Arial"/>
              </a:defRPr>
            </a:lvl8pPr>
            <a:lvl9pPr algn="l">
              <a:defRPr sz="2400" b="1">
                <a:solidFill>
                  <a:srgbClr val="126C60"/>
                </a:solidFill>
                <a:latin typeface="Arial"/>
                <a:ea typeface="Arial"/>
                <a:cs typeface="Arial"/>
              </a:defRPr>
            </a:lvl9pPr>
          </a:lstStyle>
          <a:p xmlns:a="http://schemas.openxmlformats.org/drawingml/2006/main">
            <a:pPr algn="l">
              <a:defRPr sz="2400" b="1">
                <a:solidFill>
                  <a:srgbClr val="126C60"/>
                </a:solidFill>
                <a:latin typeface="Arial"/>
                <a:ea typeface="Arial"/>
                <a:cs typeface="Arial"/>
              </a:defRPr>
            </a:pPr>
            <a:r>
              <a:rPr sz="2400" b="1">
                <a:solidFill>
                  <a:srgbClr val="126C60"/>
                </a:solidFill>
                <a:latin typeface="Arial"/>
                <a:ea typeface="Arial"/>
                <a:cs typeface="Arial"/>
              </a:rPr>
              <a:t>2</a:t>
            </a:r>
          </a:p>
        </p:txBody>
      </p:sp>
      <p:sp>
        <p:nvSpPr>
          <p:cNvPr id="9" name="text-99">
            <a:extLst xmlns:a="http://schemas.openxmlformats.org/drawingml/2006/main">
              <a:ext uri="{FF2B5EF4-FFF2-40B4-BE49-F238E27FC236}">
                <a16:creationId xmlns:a16="http://schemas.microsoft.com/office/drawing/2014/main" id="{2A4DC471-8FFF-4382-BF35-12C6D27788EB}"/>
              </a:ext>
            </a:extLst>
          </p:cNvPr>
          <p:cNvSpPr>
            <a:spLocks xmlns:a="http://schemas.openxmlformats.org/drawingml/2006/main" noGrp="1"/>
          </p:cNvSpPr>
          <p:nvPr/>
        </p:nvSpPr>
        <p:spPr>
          <a:xfrm xmlns:a="http://schemas.openxmlformats.org/drawingml/2006/main">
            <a:off x="1266825" y="33242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3B36"/>
                </a:solidFill>
                <a:latin typeface="Arial"/>
                <a:ea typeface="Arial"/>
                <a:cs typeface="Arial"/>
              </a:defRPr>
            </a:defPPr>
            <a:lvl1pPr algn="l">
              <a:defRPr sz="2175" b="1">
                <a:solidFill>
                  <a:srgbClr val="163B36"/>
                </a:solidFill>
                <a:latin typeface="Arial"/>
                <a:ea typeface="Arial"/>
                <a:cs typeface="Arial"/>
              </a:defRPr>
            </a:lvl1pPr>
            <a:lvl2pPr algn="l">
              <a:defRPr sz="2175" b="1">
                <a:solidFill>
                  <a:srgbClr val="163B36"/>
                </a:solidFill>
                <a:latin typeface="Arial"/>
                <a:ea typeface="Arial"/>
                <a:cs typeface="Arial"/>
              </a:defRPr>
            </a:lvl2pPr>
            <a:lvl3pPr algn="l">
              <a:defRPr sz="2175" b="1">
                <a:solidFill>
                  <a:srgbClr val="163B36"/>
                </a:solidFill>
                <a:latin typeface="Arial"/>
                <a:ea typeface="Arial"/>
                <a:cs typeface="Arial"/>
              </a:defRPr>
            </a:lvl3pPr>
            <a:lvl4pPr algn="l">
              <a:defRPr sz="2175" b="1">
                <a:solidFill>
                  <a:srgbClr val="163B36"/>
                </a:solidFill>
                <a:latin typeface="Arial"/>
                <a:ea typeface="Arial"/>
                <a:cs typeface="Arial"/>
              </a:defRPr>
            </a:lvl4pPr>
            <a:lvl5pPr algn="l">
              <a:defRPr sz="2175" b="1">
                <a:solidFill>
                  <a:srgbClr val="163B36"/>
                </a:solidFill>
                <a:latin typeface="Arial"/>
                <a:ea typeface="Arial"/>
                <a:cs typeface="Arial"/>
              </a:defRPr>
            </a:lvl5pPr>
            <a:lvl6pPr algn="l">
              <a:defRPr sz="2175" b="1">
                <a:solidFill>
                  <a:srgbClr val="163B36"/>
                </a:solidFill>
                <a:latin typeface="Arial"/>
                <a:ea typeface="Arial"/>
                <a:cs typeface="Arial"/>
              </a:defRPr>
            </a:lvl6pPr>
            <a:lvl7pPr algn="l">
              <a:defRPr sz="2175" b="1">
                <a:solidFill>
                  <a:srgbClr val="163B36"/>
                </a:solidFill>
                <a:latin typeface="Arial"/>
                <a:ea typeface="Arial"/>
                <a:cs typeface="Arial"/>
              </a:defRPr>
            </a:lvl7pPr>
            <a:lvl8pPr algn="l">
              <a:defRPr sz="2175" b="1">
                <a:solidFill>
                  <a:srgbClr val="163B36"/>
                </a:solidFill>
                <a:latin typeface="Arial"/>
                <a:ea typeface="Arial"/>
                <a:cs typeface="Arial"/>
              </a:defRPr>
            </a:lvl8pPr>
            <a:lvl9pPr algn="l">
              <a:defRPr sz="2175" b="1">
                <a:solidFill>
                  <a:srgbClr val="163B36"/>
                </a:solidFill>
                <a:latin typeface="Arial"/>
                <a:ea typeface="Arial"/>
                <a:cs typeface="Arial"/>
              </a:defRPr>
            </a:lvl9pPr>
          </a:lstStyle>
          <a:p xmlns:a="http://schemas.openxmlformats.org/drawingml/2006/main">
            <a:pPr algn="l">
              <a:defRPr sz="2175" b="1">
                <a:solidFill>
                  <a:srgbClr val="163B36"/>
                </a:solidFill>
                <a:latin typeface="Arial"/>
                <a:ea typeface="Arial"/>
                <a:cs typeface="Arial"/>
              </a:defRPr>
            </a:pPr>
            <a:r>
              <a:rPr sz="2175" b="1">
                <a:solidFill>
                  <a:srgbClr val="163B36"/>
                </a:solidFill>
                <a:latin typeface="Arial"/>
                <a:ea typeface="Arial"/>
                <a:cs typeface="Arial"/>
              </a:rPr>
              <a:t>Q11 comparison</a:t>
            </a:r>
          </a:p>
        </p:txBody>
      </p:sp>
      <p:sp>
        <p:nvSpPr>
          <p:cNvPr id="10" name="text-100">
            <a:extLst xmlns:a="http://schemas.openxmlformats.org/drawingml/2006/main">
              <a:ext uri="{FF2B5EF4-FFF2-40B4-BE49-F238E27FC236}">
                <a16:creationId xmlns:a16="http://schemas.microsoft.com/office/drawing/2014/main" id="{29F4371B-C140-4E1B-8811-FDB1B916298F}"/>
              </a:ext>
            </a:extLst>
          </p:cNvPr>
          <p:cNvSpPr>
            <a:spLocks xmlns:a="http://schemas.openxmlformats.org/drawingml/2006/main" noGrp="1"/>
          </p:cNvSpPr>
          <p:nvPr/>
        </p:nvSpPr>
        <p:spPr>
          <a:xfrm xmlns:a="http://schemas.openxmlformats.org/drawingml/2006/main">
            <a:off x="4667250" y="332422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B36"/>
                </a:solidFill>
                <a:latin typeface="Arial"/>
                <a:ea typeface="Arial"/>
                <a:cs typeface="Arial"/>
              </a:defRPr>
            </a:defPPr>
            <a:lvl1pPr algn="l">
              <a:defRPr sz="1950" b="0">
                <a:solidFill>
                  <a:srgbClr val="163B36"/>
                </a:solidFill>
                <a:latin typeface="Arial"/>
                <a:ea typeface="Arial"/>
                <a:cs typeface="Arial"/>
              </a:defRPr>
            </a:lvl1pPr>
            <a:lvl2pPr algn="l">
              <a:defRPr sz="1950" b="0">
                <a:solidFill>
                  <a:srgbClr val="163B36"/>
                </a:solidFill>
                <a:latin typeface="Arial"/>
                <a:ea typeface="Arial"/>
                <a:cs typeface="Arial"/>
              </a:defRPr>
            </a:lvl2pPr>
            <a:lvl3pPr algn="l">
              <a:defRPr sz="1950" b="0">
                <a:solidFill>
                  <a:srgbClr val="163B36"/>
                </a:solidFill>
                <a:latin typeface="Arial"/>
                <a:ea typeface="Arial"/>
                <a:cs typeface="Arial"/>
              </a:defRPr>
            </a:lvl3pPr>
            <a:lvl4pPr algn="l">
              <a:defRPr sz="1950" b="0">
                <a:solidFill>
                  <a:srgbClr val="163B36"/>
                </a:solidFill>
                <a:latin typeface="Arial"/>
                <a:ea typeface="Arial"/>
                <a:cs typeface="Arial"/>
              </a:defRPr>
            </a:lvl4pPr>
            <a:lvl5pPr algn="l">
              <a:defRPr sz="1950" b="0">
                <a:solidFill>
                  <a:srgbClr val="163B36"/>
                </a:solidFill>
                <a:latin typeface="Arial"/>
                <a:ea typeface="Arial"/>
                <a:cs typeface="Arial"/>
              </a:defRPr>
            </a:lvl5pPr>
            <a:lvl6pPr algn="l">
              <a:defRPr sz="1950" b="0">
                <a:solidFill>
                  <a:srgbClr val="163B36"/>
                </a:solidFill>
                <a:latin typeface="Arial"/>
                <a:ea typeface="Arial"/>
                <a:cs typeface="Arial"/>
              </a:defRPr>
            </a:lvl6pPr>
            <a:lvl7pPr algn="l">
              <a:defRPr sz="1950" b="0">
                <a:solidFill>
                  <a:srgbClr val="163B36"/>
                </a:solidFill>
                <a:latin typeface="Arial"/>
                <a:ea typeface="Arial"/>
                <a:cs typeface="Arial"/>
              </a:defRPr>
            </a:lvl7pPr>
            <a:lvl8pPr algn="l">
              <a:defRPr sz="1950" b="0">
                <a:solidFill>
                  <a:srgbClr val="163B36"/>
                </a:solidFill>
                <a:latin typeface="Arial"/>
                <a:ea typeface="Arial"/>
                <a:cs typeface="Arial"/>
              </a:defRPr>
            </a:lvl8pPr>
            <a:lvl9pPr algn="l">
              <a:defRPr sz="1950" b="0">
                <a:solidFill>
                  <a:srgbClr val="163B36"/>
                </a:solidFill>
                <a:latin typeface="Arial"/>
                <a:ea typeface="Arial"/>
                <a:cs typeface="Arial"/>
              </a:defRPr>
            </a:lvl9pPr>
          </a:lstStyle>
          <a:p xmlns:a="http://schemas.openxmlformats.org/drawingml/2006/main">
            <a:pPr algn="l">
              <a:defRPr sz="1950" b="0">
                <a:solidFill>
                  <a:srgbClr val="163B36"/>
                </a:solidFill>
                <a:latin typeface="Arial"/>
                <a:ea typeface="Arial"/>
                <a:cs typeface="Arial"/>
              </a:defRPr>
            </a:pPr>
            <a:r>
              <a:rPr sz="1950" b="0">
                <a:solidFill>
                  <a:srgbClr val="163B36"/>
                </a:solidFill>
                <a:latin typeface="Arial"/>
                <a:ea typeface="Arial"/>
                <a:cs typeface="Arial"/>
              </a:rPr>
              <a:t>Inspect answer citations and retrieval ranks</a:t>
            </a:r>
          </a:p>
        </p:txBody>
      </p:sp>
      <p:sp>
        <p:nvSpPr>
          <p:cNvPr id="11" name="text-101">
            <a:extLst xmlns:a="http://schemas.openxmlformats.org/drawingml/2006/main">
              <a:ext uri="{FF2B5EF4-FFF2-40B4-BE49-F238E27FC236}">
                <a16:creationId xmlns:a16="http://schemas.microsoft.com/office/drawing/2014/main" id="{5BB74C4D-EE92-49B4-8651-53F10B839FB9}"/>
              </a:ext>
            </a:extLst>
          </p:cNvPr>
          <p:cNvSpPr>
            <a:spLocks xmlns:a="http://schemas.openxmlformats.org/drawingml/2006/main" noGrp="1"/>
          </p:cNvSpPr>
          <p:nvPr/>
        </p:nvSpPr>
        <p:spPr>
          <a:xfrm xmlns:a="http://schemas.openxmlformats.org/drawingml/2006/main">
            <a:off x="609600" y="415290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6C60"/>
                </a:solidFill>
                <a:latin typeface="Arial"/>
                <a:ea typeface="Arial"/>
                <a:cs typeface="Arial"/>
              </a:defRPr>
            </a:defPPr>
            <a:lvl1pPr algn="l">
              <a:defRPr sz="2400" b="1">
                <a:solidFill>
                  <a:srgbClr val="126C60"/>
                </a:solidFill>
                <a:latin typeface="Arial"/>
                <a:ea typeface="Arial"/>
                <a:cs typeface="Arial"/>
              </a:defRPr>
            </a:lvl1pPr>
            <a:lvl2pPr algn="l">
              <a:defRPr sz="2400" b="1">
                <a:solidFill>
                  <a:srgbClr val="126C60"/>
                </a:solidFill>
                <a:latin typeface="Arial"/>
                <a:ea typeface="Arial"/>
                <a:cs typeface="Arial"/>
              </a:defRPr>
            </a:lvl2pPr>
            <a:lvl3pPr algn="l">
              <a:defRPr sz="2400" b="1">
                <a:solidFill>
                  <a:srgbClr val="126C60"/>
                </a:solidFill>
                <a:latin typeface="Arial"/>
                <a:ea typeface="Arial"/>
                <a:cs typeface="Arial"/>
              </a:defRPr>
            </a:lvl3pPr>
            <a:lvl4pPr algn="l">
              <a:defRPr sz="2400" b="1">
                <a:solidFill>
                  <a:srgbClr val="126C60"/>
                </a:solidFill>
                <a:latin typeface="Arial"/>
                <a:ea typeface="Arial"/>
                <a:cs typeface="Arial"/>
              </a:defRPr>
            </a:lvl4pPr>
            <a:lvl5pPr algn="l">
              <a:defRPr sz="2400" b="1">
                <a:solidFill>
                  <a:srgbClr val="126C60"/>
                </a:solidFill>
                <a:latin typeface="Arial"/>
                <a:ea typeface="Arial"/>
                <a:cs typeface="Arial"/>
              </a:defRPr>
            </a:lvl5pPr>
            <a:lvl6pPr algn="l">
              <a:defRPr sz="2400" b="1">
                <a:solidFill>
                  <a:srgbClr val="126C60"/>
                </a:solidFill>
                <a:latin typeface="Arial"/>
                <a:ea typeface="Arial"/>
                <a:cs typeface="Arial"/>
              </a:defRPr>
            </a:lvl6pPr>
            <a:lvl7pPr algn="l">
              <a:defRPr sz="2400" b="1">
                <a:solidFill>
                  <a:srgbClr val="126C60"/>
                </a:solidFill>
                <a:latin typeface="Arial"/>
                <a:ea typeface="Arial"/>
                <a:cs typeface="Arial"/>
              </a:defRPr>
            </a:lvl7pPr>
            <a:lvl8pPr algn="l">
              <a:defRPr sz="2400" b="1">
                <a:solidFill>
                  <a:srgbClr val="126C60"/>
                </a:solidFill>
                <a:latin typeface="Arial"/>
                <a:ea typeface="Arial"/>
                <a:cs typeface="Arial"/>
              </a:defRPr>
            </a:lvl8pPr>
            <a:lvl9pPr algn="l">
              <a:defRPr sz="2400" b="1">
                <a:solidFill>
                  <a:srgbClr val="126C60"/>
                </a:solidFill>
                <a:latin typeface="Arial"/>
                <a:ea typeface="Arial"/>
                <a:cs typeface="Arial"/>
              </a:defRPr>
            </a:lvl9pPr>
          </a:lstStyle>
          <a:p xmlns:a="http://schemas.openxmlformats.org/drawingml/2006/main">
            <a:pPr algn="l">
              <a:defRPr sz="2400" b="1">
                <a:solidFill>
                  <a:srgbClr val="126C60"/>
                </a:solidFill>
                <a:latin typeface="Arial"/>
                <a:ea typeface="Arial"/>
                <a:cs typeface="Arial"/>
              </a:defRPr>
            </a:pPr>
            <a:r>
              <a:rPr sz="2400" b="1">
                <a:solidFill>
                  <a:srgbClr val="126C60"/>
                </a:solidFill>
                <a:latin typeface="Arial"/>
                <a:ea typeface="Arial"/>
                <a:cs typeface="Arial"/>
              </a:rPr>
              <a:t>3</a:t>
            </a:r>
          </a:p>
        </p:txBody>
      </p:sp>
      <p:sp>
        <p:nvSpPr>
          <p:cNvPr id="12" name="text-102">
            <a:extLst xmlns:a="http://schemas.openxmlformats.org/drawingml/2006/main">
              <a:ext uri="{FF2B5EF4-FFF2-40B4-BE49-F238E27FC236}">
                <a16:creationId xmlns:a16="http://schemas.microsoft.com/office/drawing/2014/main" id="{8B25847F-7399-41A8-BE15-E2371ADB8B63}"/>
              </a:ext>
            </a:extLst>
          </p:cNvPr>
          <p:cNvSpPr>
            <a:spLocks xmlns:a="http://schemas.openxmlformats.org/drawingml/2006/main" noGrp="1"/>
          </p:cNvSpPr>
          <p:nvPr/>
        </p:nvSpPr>
        <p:spPr>
          <a:xfrm xmlns:a="http://schemas.openxmlformats.org/drawingml/2006/main">
            <a:off x="1266825" y="41529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3B36"/>
                </a:solidFill>
                <a:latin typeface="Arial"/>
                <a:ea typeface="Arial"/>
                <a:cs typeface="Arial"/>
              </a:defRPr>
            </a:defPPr>
            <a:lvl1pPr algn="l">
              <a:defRPr sz="2175" b="1">
                <a:solidFill>
                  <a:srgbClr val="163B36"/>
                </a:solidFill>
                <a:latin typeface="Arial"/>
                <a:ea typeface="Arial"/>
                <a:cs typeface="Arial"/>
              </a:defRPr>
            </a:lvl1pPr>
            <a:lvl2pPr algn="l">
              <a:defRPr sz="2175" b="1">
                <a:solidFill>
                  <a:srgbClr val="163B36"/>
                </a:solidFill>
                <a:latin typeface="Arial"/>
                <a:ea typeface="Arial"/>
                <a:cs typeface="Arial"/>
              </a:defRPr>
            </a:lvl2pPr>
            <a:lvl3pPr algn="l">
              <a:defRPr sz="2175" b="1">
                <a:solidFill>
                  <a:srgbClr val="163B36"/>
                </a:solidFill>
                <a:latin typeface="Arial"/>
                <a:ea typeface="Arial"/>
                <a:cs typeface="Arial"/>
              </a:defRPr>
            </a:lvl3pPr>
            <a:lvl4pPr algn="l">
              <a:defRPr sz="2175" b="1">
                <a:solidFill>
                  <a:srgbClr val="163B36"/>
                </a:solidFill>
                <a:latin typeface="Arial"/>
                <a:ea typeface="Arial"/>
                <a:cs typeface="Arial"/>
              </a:defRPr>
            </a:lvl4pPr>
            <a:lvl5pPr algn="l">
              <a:defRPr sz="2175" b="1">
                <a:solidFill>
                  <a:srgbClr val="163B36"/>
                </a:solidFill>
                <a:latin typeface="Arial"/>
                <a:ea typeface="Arial"/>
                <a:cs typeface="Arial"/>
              </a:defRPr>
            </a:lvl5pPr>
            <a:lvl6pPr algn="l">
              <a:defRPr sz="2175" b="1">
                <a:solidFill>
                  <a:srgbClr val="163B36"/>
                </a:solidFill>
                <a:latin typeface="Arial"/>
                <a:ea typeface="Arial"/>
                <a:cs typeface="Arial"/>
              </a:defRPr>
            </a:lvl6pPr>
            <a:lvl7pPr algn="l">
              <a:defRPr sz="2175" b="1">
                <a:solidFill>
                  <a:srgbClr val="163B36"/>
                </a:solidFill>
                <a:latin typeface="Arial"/>
                <a:ea typeface="Arial"/>
                <a:cs typeface="Arial"/>
              </a:defRPr>
            </a:lvl7pPr>
            <a:lvl8pPr algn="l">
              <a:defRPr sz="2175" b="1">
                <a:solidFill>
                  <a:srgbClr val="163B36"/>
                </a:solidFill>
                <a:latin typeface="Arial"/>
                <a:ea typeface="Arial"/>
                <a:cs typeface="Arial"/>
              </a:defRPr>
            </a:lvl8pPr>
            <a:lvl9pPr algn="l">
              <a:defRPr sz="2175" b="1">
                <a:solidFill>
                  <a:srgbClr val="163B36"/>
                </a:solidFill>
                <a:latin typeface="Arial"/>
                <a:ea typeface="Arial"/>
                <a:cs typeface="Arial"/>
              </a:defRPr>
            </a:lvl9pPr>
          </a:lstStyle>
          <a:p xmlns:a="http://schemas.openxmlformats.org/drawingml/2006/main">
            <a:pPr algn="l">
              <a:defRPr sz="2175" b="1">
                <a:solidFill>
                  <a:srgbClr val="163B36"/>
                </a:solidFill>
                <a:latin typeface="Arial"/>
                <a:ea typeface="Arial"/>
                <a:cs typeface="Arial"/>
              </a:defRPr>
            </a:pPr>
            <a:r>
              <a:rPr sz="2175" b="1">
                <a:solidFill>
                  <a:srgbClr val="163B36"/>
                </a:solidFill>
                <a:latin typeface="Arial"/>
                <a:ea typeface="Arial"/>
                <a:cs typeface="Arial"/>
              </a:rPr>
              <a:t>Q17 clarification</a:t>
            </a:r>
          </a:p>
        </p:txBody>
      </p:sp>
      <p:sp>
        <p:nvSpPr>
          <p:cNvPr id="13" name="text-103">
            <a:extLst xmlns:a="http://schemas.openxmlformats.org/drawingml/2006/main">
              <a:ext uri="{FF2B5EF4-FFF2-40B4-BE49-F238E27FC236}">
                <a16:creationId xmlns:a16="http://schemas.microsoft.com/office/drawing/2014/main" id="{7DA524FA-2FD8-4E4C-9BA8-A68E02EE1E9B}"/>
              </a:ext>
            </a:extLst>
          </p:cNvPr>
          <p:cNvSpPr>
            <a:spLocks xmlns:a="http://schemas.openxmlformats.org/drawingml/2006/main" noGrp="1"/>
          </p:cNvSpPr>
          <p:nvPr/>
        </p:nvSpPr>
        <p:spPr>
          <a:xfrm xmlns:a="http://schemas.openxmlformats.org/drawingml/2006/main">
            <a:off x="4667250" y="41529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B36"/>
                </a:solidFill>
                <a:latin typeface="Arial"/>
                <a:ea typeface="Arial"/>
                <a:cs typeface="Arial"/>
              </a:defRPr>
            </a:defPPr>
            <a:lvl1pPr algn="l">
              <a:defRPr sz="1950" b="0">
                <a:solidFill>
                  <a:srgbClr val="163B36"/>
                </a:solidFill>
                <a:latin typeface="Arial"/>
                <a:ea typeface="Arial"/>
                <a:cs typeface="Arial"/>
              </a:defRPr>
            </a:lvl1pPr>
            <a:lvl2pPr algn="l">
              <a:defRPr sz="1950" b="0">
                <a:solidFill>
                  <a:srgbClr val="163B36"/>
                </a:solidFill>
                <a:latin typeface="Arial"/>
                <a:ea typeface="Arial"/>
                <a:cs typeface="Arial"/>
              </a:defRPr>
            </a:lvl2pPr>
            <a:lvl3pPr algn="l">
              <a:defRPr sz="1950" b="0">
                <a:solidFill>
                  <a:srgbClr val="163B36"/>
                </a:solidFill>
                <a:latin typeface="Arial"/>
                <a:ea typeface="Arial"/>
                <a:cs typeface="Arial"/>
              </a:defRPr>
            </a:lvl3pPr>
            <a:lvl4pPr algn="l">
              <a:defRPr sz="1950" b="0">
                <a:solidFill>
                  <a:srgbClr val="163B36"/>
                </a:solidFill>
                <a:latin typeface="Arial"/>
                <a:ea typeface="Arial"/>
                <a:cs typeface="Arial"/>
              </a:defRPr>
            </a:lvl4pPr>
            <a:lvl5pPr algn="l">
              <a:defRPr sz="1950" b="0">
                <a:solidFill>
                  <a:srgbClr val="163B36"/>
                </a:solidFill>
                <a:latin typeface="Arial"/>
                <a:ea typeface="Arial"/>
                <a:cs typeface="Arial"/>
              </a:defRPr>
            </a:lvl5pPr>
            <a:lvl6pPr algn="l">
              <a:defRPr sz="1950" b="0">
                <a:solidFill>
                  <a:srgbClr val="163B36"/>
                </a:solidFill>
                <a:latin typeface="Arial"/>
                <a:ea typeface="Arial"/>
                <a:cs typeface="Arial"/>
              </a:defRPr>
            </a:lvl6pPr>
            <a:lvl7pPr algn="l">
              <a:defRPr sz="1950" b="0">
                <a:solidFill>
                  <a:srgbClr val="163B36"/>
                </a:solidFill>
                <a:latin typeface="Arial"/>
                <a:ea typeface="Arial"/>
                <a:cs typeface="Arial"/>
              </a:defRPr>
            </a:lvl7pPr>
            <a:lvl8pPr algn="l">
              <a:defRPr sz="1950" b="0">
                <a:solidFill>
                  <a:srgbClr val="163B36"/>
                </a:solidFill>
                <a:latin typeface="Arial"/>
                <a:ea typeface="Arial"/>
                <a:cs typeface="Arial"/>
              </a:defRPr>
            </a:lvl8pPr>
            <a:lvl9pPr algn="l">
              <a:defRPr sz="1950" b="0">
                <a:solidFill>
                  <a:srgbClr val="163B36"/>
                </a:solidFill>
                <a:latin typeface="Arial"/>
                <a:ea typeface="Arial"/>
                <a:cs typeface="Arial"/>
              </a:defRPr>
            </a:lvl9pPr>
          </a:lstStyle>
          <a:p xmlns:a="http://schemas.openxmlformats.org/drawingml/2006/main">
            <a:pPr algn="l">
              <a:defRPr sz="1950" b="0">
                <a:solidFill>
                  <a:srgbClr val="163B36"/>
                </a:solidFill>
                <a:latin typeface="Arial"/>
                <a:ea typeface="Arial"/>
                <a:cs typeface="Arial"/>
              </a:defRPr>
            </a:pPr>
            <a:r>
              <a:rPr sz="1950" b="0">
                <a:solidFill>
                  <a:srgbClr val="163B36"/>
                </a:solidFill>
                <a:latin typeface="Arial"/>
                <a:ea typeface="Arial"/>
                <a:cs typeface="Arial"/>
              </a:rPr>
              <a:t>Confirm that the app asks for missing context</a:t>
            </a:r>
          </a:p>
        </p:txBody>
      </p:sp>
      <p:sp>
        <p:nvSpPr>
          <p:cNvPr id="14" name="text-104">
            <a:extLst xmlns:a="http://schemas.openxmlformats.org/drawingml/2006/main">
              <a:ext uri="{FF2B5EF4-FFF2-40B4-BE49-F238E27FC236}">
                <a16:creationId xmlns:a16="http://schemas.microsoft.com/office/drawing/2014/main" id="{A35B7752-4CFA-4F06-A172-86C0876B3365}"/>
              </a:ext>
            </a:extLst>
          </p:cNvPr>
          <p:cNvSpPr>
            <a:spLocks xmlns:a="http://schemas.openxmlformats.org/drawingml/2006/main" noGrp="1"/>
          </p:cNvSpPr>
          <p:nvPr/>
        </p:nvSpPr>
        <p:spPr>
          <a:xfrm xmlns:a="http://schemas.openxmlformats.org/drawingml/2006/main">
            <a:off x="609600" y="498157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6C60"/>
                </a:solidFill>
                <a:latin typeface="Arial"/>
                <a:ea typeface="Arial"/>
                <a:cs typeface="Arial"/>
              </a:defRPr>
            </a:defPPr>
            <a:lvl1pPr algn="l">
              <a:defRPr sz="2400" b="1">
                <a:solidFill>
                  <a:srgbClr val="126C60"/>
                </a:solidFill>
                <a:latin typeface="Arial"/>
                <a:ea typeface="Arial"/>
                <a:cs typeface="Arial"/>
              </a:defRPr>
            </a:lvl1pPr>
            <a:lvl2pPr algn="l">
              <a:defRPr sz="2400" b="1">
                <a:solidFill>
                  <a:srgbClr val="126C60"/>
                </a:solidFill>
                <a:latin typeface="Arial"/>
                <a:ea typeface="Arial"/>
                <a:cs typeface="Arial"/>
              </a:defRPr>
            </a:lvl2pPr>
            <a:lvl3pPr algn="l">
              <a:defRPr sz="2400" b="1">
                <a:solidFill>
                  <a:srgbClr val="126C60"/>
                </a:solidFill>
                <a:latin typeface="Arial"/>
                <a:ea typeface="Arial"/>
                <a:cs typeface="Arial"/>
              </a:defRPr>
            </a:lvl3pPr>
            <a:lvl4pPr algn="l">
              <a:defRPr sz="2400" b="1">
                <a:solidFill>
                  <a:srgbClr val="126C60"/>
                </a:solidFill>
                <a:latin typeface="Arial"/>
                <a:ea typeface="Arial"/>
                <a:cs typeface="Arial"/>
              </a:defRPr>
            </a:lvl4pPr>
            <a:lvl5pPr algn="l">
              <a:defRPr sz="2400" b="1">
                <a:solidFill>
                  <a:srgbClr val="126C60"/>
                </a:solidFill>
                <a:latin typeface="Arial"/>
                <a:ea typeface="Arial"/>
                <a:cs typeface="Arial"/>
              </a:defRPr>
            </a:lvl5pPr>
            <a:lvl6pPr algn="l">
              <a:defRPr sz="2400" b="1">
                <a:solidFill>
                  <a:srgbClr val="126C60"/>
                </a:solidFill>
                <a:latin typeface="Arial"/>
                <a:ea typeface="Arial"/>
                <a:cs typeface="Arial"/>
              </a:defRPr>
            </a:lvl6pPr>
            <a:lvl7pPr algn="l">
              <a:defRPr sz="2400" b="1">
                <a:solidFill>
                  <a:srgbClr val="126C60"/>
                </a:solidFill>
                <a:latin typeface="Arial"/>
                <a:ea typeface="Arial"/>
                <a:cs typeface="Arial"/>
              </a:defRPr>
            </a:lvl7pPr>
            <a:lvl8pPr algn="l">
              <a:defRPr sz="2400" b="1">
                <a:solidFill>
                  <a:srgbClr val="126C60"/>
                </a:solidFill>
                <a:latin typeface="Arial"/>
                <a:ea typeface="Arial"/>
                <a:cs typeface="Arial"/>
              </a:defRPr>
            </a:lvl8pPr>
            <a:lvl9pPr algn="l">
              <a:defRPr sz="2400" b="1">
                <a:solidFill>
                  <a:srgbClr val="126C60"/>
                </a:solidFill>
                <a:latin typeface="Arial"/>
                <a:ea typeface="Arial"/>
                <a:cs typeface="Arial"/>
              </a:defRPr>
            </a:lvl9pPr>
          </a:lstStyle>
          <a:p xmlns:a="http://schemas.openxmlformats.org/drawingml/2006/main">
            <a:pPr algn="l">
              <a:defRPr sz="2400" b="1">
                <a:solidFill>
                  <a:srgbClr val="126C60"/>
                </a:solidFill>
                <a:latin typeface="Arial"/>
                <a:ea typeface="Arial"/>
                <a:cs typeface="Arial"/>
              </a:defRPr>
            </a:pPr>
            <a:r>
              <a:rPr sz="2400" b="1">
                <a:solidFill>
                  <a:srgbClr val="126C60"/>
                </a:solidFill>
                <a:latin typeface="Arial"/>
                <a:ea typeface="Arial"/>
                <a:cs typeface="Arial"/>
              </a:rPr>
              <a:t>4</a:t>
            </a:r>
          </a:p>
        </p:txBody>
      </p:sp>
      <p:sp>
        <p:nvSpPr>
          <p:cNvPr id="15" name="text-105">
            <a:extLst xmlns:a="http://schemas.openxmlformats.org/drawingml/2006/main">
              <a:ext uri="{FF2B5EF4-FFF2-40B4-BE49-F238E27FC236}">
                <a16:creationId xmlns:a16="http://schemas.microsoft.com/office/drawing/2014/main" id="{719402DD-9E5A-4044-A475-4EAD20BD2876}"/>
              </a:ext>
            </a:extLst>
          </p:cNvPr>
          <p:cNvSpPr>
            <a:spLocks xmlns:a="http://schemas.openxmlformats.org/drawingml/2006/main" noGrp="1"/>
          </p:cNvSpPr>
          <p:nvPr/>
        </p:nvSpPr>
        <p:spPr>
          <a:xfrm xmlns:a="http://schemas.openxmlformats.org/drawingml/2006/main">
            <a:off x="1266825" y="49815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3B36"/>
                </a:solidFill>
                <a:latin typeface="Arial"/>
                <a:ea typeface="Arial"/>
                <a:cs typeface="Arial"/>
              </a:defRPr>
            </a:defPPr>
            <a:lvl1pPr algn="l">
              <a:defRPr sz="2175" b="1">
                <a:solidFill>
                  <a:srgbClr val="163B36"/>
                </a:solidFill>
                <a:latin typeface="Arial"/>
                <a:ea typeface="Arial"/>
                <a:cs typeface="Arial"/>
              </a:defRPr>
            </a:lvl1pPr>
            <a:lvl2pPr algn="l">
              <a:defRPr sz="2175" b="1">
                <a:solidFill>
                  <a:srgbClr val="163B36"/>
                </a:solidFill>
                <a:latin typeface="Arial"/>
                <a:ea typeface="Arial"/>
                <a:cs typeface="Arial"/>
              </a:defRPr>
            </a:lvl2pPr>
            <a:lvl3pPr algn="l">
              <a:defRPr sz="2175" b="1">
                <a:solidFill>
                  <a:srgbClr val="163B36"/>
                </a:solidFill>
                <a:latin typeface="Arial"/>
                <a:ea typeface="Arial"/>
                <a:cs typeface="Arial"/>
              </a:defRPr>
            </a:lvl3pPr>
            <a:lvl4pPr algn="l">
              <a:defRPr sz="2175" b="1">
                <a:solidFill>
                  <a:srgbClr val="163B36"/>
                </a:solidFill>
                <a:latin typeface="Arial"/>
                <a:ea typeface="Arial"/>
                <a:cs typeface="Arial"/>
              </a:defRPr>
            </a:lvl4pPr>
            <a:lvl5pPr algn="l">
              <a:defRPr sz="2175" b="1">
                <a:solidFill>
                  <a:srgbClr val="163B36"/>
                </a:solidFill>
                <a:latin typeface="Arial"/>
                <a:ea typeface="Arial"/>
                <a:cs typeface="Arial"/>
              </a:defRPr>
            </a:lvl5pPr>
            <a:lvl6pPr algn="l">
              <a:defRPr sz="2175" b="1">
                <a:solidFill>
                  <a:srgbClr val="163B36"/>
                </a:solidFill>
                <a:latin typeface="Arial"/>
                <a:ea typeface="Arial"/>
                <a:cs typeface="Arial"/>
              </a:defRPr>
            </a:lvl6pPr>
            <a:lvl7pPr algn="l">
              <a:defRPr sz="2175" b="1">
                <a:solidFill>
                  <a:srgbClr val="163B36"/>
                </a:solidFill>
                <a:latin typeface="Arial"/>
                <a:ea typeface="Arial"/>
                <a:cs typeface="Arial"/>
              </a:defRPr>
            </a:lvl7pPr>
            <a:lvl8pPr algn="l">
              <a:defRPr sz="2175" b="1">
                <a:solidFill>
                  <a:srgbClr val="163B36"/>
                </a:solidFill>
                <a:latin typeface="Arial"/>
                <a:ea typeface="Arial"/>
                <a:cs typeface="Arial"/>
              </a:defRPr>
            </a:lvl8pPr>
            <a:lvl9pPr algn="l">
              <a:defRPr sz="2175" b="1">
                <a:solidFill>
                  <a:srgbClr val="163B36"/>
                </a:solidFill>
                <a:latin typeface="Arial"/>
                <a:ea typeface="Arial"/>
                <a:cs typeface="Arial"/>
              </a:defRPr>
            </a:lvl9pPr>
          </a:lstStyle>
          <a:p xmlns:a="http://schemas.openxmlformats.org/drawingml/2006/main">
            <a:pPr algn="l">
              <a:defRPr sz="2175" b="1">
                <a:solidFill>
                  <a:srgbClr val="163B36"/>
                </a:solidFill>
                <a:latin typeface="Arial"/>
                <a:ea typeface="Arial"/>
                <a:cs typeface="Arial"/>
              </a:defRPr>
            </a:pPr>
            <a:r>
              <a:rPr sz="2175" b="1">
                <a:solidFill>
                  <a:srgbClr val="163B36"/>
                </a:solidFill>
                <a:latin typeface="Arial"/>
                <a:ea typeface="Arial"/>
                <a:cs typeface="Arial"/>
              </a:rPr>
              <a:t>Saved run inspector</a:t>
            </a:r>
          </a:p>
        </p:txBody>
      </p:sp>
      <p:sp>
        <p:nvSpPr>
          <p:cNvPr id="16" name="text-106">
            <a:extLst xmlns:a="http://schemas.openxmlformats.org/drawingml/2006/main">
              <a:ext uri="{FF2B5EF4-FFF2-40B4-BE49-F238E27FC236}">
                <a16:creationId xmlns:a16="http://schemas.microsoft.com/office/drawing/2014/main" id="{8602D03B-AF15-4350-AD3F-04583C9B9154}"/>
              </a:ext>
            </a:extLst>
          </p:cNvPr>
          <p:cNvSpPr>
            <a:spLocks xmlns:a="http://schemas.openxmlformats.org/drawingml/2006/main" noGrp="1"/>
          </p:cNvSpPr>
          <p:nvPr/>
        </p:nvSpPr>
        <p:spPr>
          <a:xfrm xmlns:a="http://schemas.openxmlformats.org/drawingml/2006/main">
            <a:off x="4667250" y="49815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B36"/>
                </a:solidFill>
                <a:latin typeface="Arial"/>
                <a:ea typeface="Arial"/>
                <a:cs typeface="Arial"/>
              </a:defRPr>
            </a:defPPr>
            <a:lvl1pPr algn="l">
              <a:defRPr sz="1950" b="0">
                <a:solidFill>
                  <a:srgbClr val="163B36"/>
                </a:solidFill>
                <a:latin typeface="Arial"/>
                <a:ea typeface="Arial"/>
                <a:cs typeface="Arial"/>
              </a:defRPr>
            </a:lvl1pPr>
            <a:lvl2pPr algn="l">
              <a:defRPr sz="1950" b="0">
                <a:solidFill>
                  <a:srgbClr val="163B36"/>
                </a:solidFill>
                <a:latin typeface="Arial"/>
                <a:ea typeface="Arial"/>
                <a:cs typeface="Arial"/>
              </a:defRPr>
            </a:lvl2pPr>
            <a:lvl3pPr algn="l">
              <a:defRPr sz="1950" b="0">
                <a:solidFill>
                  <a:srgbClr val="163B36"/>
                </a:solidFill>
                <a:latin typeface="Arial"/>
                <a:ea typeface="Arial"/>
                <a:cs typeface="Arial"/>
              </a:defRPr>
            </a:lvl3pPr>
            <a:lvl4pPr algn="l">
              <a:defRPr sz="1950" b="0">
                <a:solidFill>
                  <a:srgbClr val="163B36"/>
                </a:solidFill>
                <a:latin typeface="Arial"/>
                <a:ea typeface="Arial"/>
                <a:cs typeface="Arial"/>
              </a:defRPr>
            </a:lvl4pPr>
            <a:lvl5pPr algn="l">
              <a:defRPr sz="1950" b="0">
                <a:solidFill>
                  <a:srgbClr val="163B36"/>
                </a:solidFill>
                <a:latin typeface="Arial"/>
                <a:ea typeface="Arial"/>
                <a:cs typeface="Arial"/>
              </a:defRPr>
            </a:lvl5pPr>
            <a:lvl6pPr algn="l">
              <a:defRPr sz="1950" b="0">
                <a:solidFill>
                  <a:srgbClr val="163B36"/>
                </a:solidFill>
                <a:latin typeface="Arial"/>
                <a:ea typeface="Arial"/>
                <a:cs typeface="Arial"/>
              </a:defRPr>
            </a:lvl6pPr>
            <a:lvl7pPr algn="l">
              <a:defRPr sz="1950" b="0">
                <a:solidFill>
                  <a:srgbClr val="163B36"/>
                </a:solidFill>
                <a:latin typeface="Arial"/>
                <a:ea typeface="Arial"/>
                <a:cs typeface="Arial"/>
              </a:defRPr>
            </a:lvl7pPr>
            <a:lvl8pPr algn="l">
              <a:defRPr sz="1950" b="0">
                <a:solidFill>
                  <a:srgbClr val="163B36"/>
                </a:solidFill>
                <a:latin typeface="Arial"/>
                <a:ea typeface="Arial"/>
                <a:cs typeface="Arial"/>
              </a:defRPr>
            </a:lvl8pPr>
            <a:lvl9pPr algn="l">
              <a:defRPr sz="1950" b="0">
                <a:solidFill>
                  <a:srgbClr val="163B36"/>
                </a:solidFill>
                <a:latin typeface="Arial"/>
                <a:ea typeface="Arial"/>
                <a:cs typeface="Arial"/>
              </a:defRPr>
            </a:lvl9pPr>
          </a:lstStyle>
          <a:p xmlns:a="http://schemas.openxmlformats.org/drawingml/2006/main">
            <a:pPr algn="l">
              <a:defRPr sz="1950" b="0">
                <a:solidFill>
                  <a:srgbClr val="163B36"/>
                </a:solidFill>
                <a:latin typeface="Arial"/>
                <a:ea typeface="Arial"/>
                <a:cs typeface="Arial"/>
              </a:defRPr>
            </a:pPr>
            <a:r>
              <a:rPr sz="1950" b="0">
                <a:solidFill>
                  <a:srgbClr val="163B36"/>
                </a:solidFill>
                <a:latin typeface="Arial"/>
                <a:ea typeface="Arial"/>
                <a:cs typeface="Arial"/>
              </a:rPr>
              <a:t>Compare versions and record a human review</a:t>
            </a:r>
          </a:p>
        </p:txBody>
      </p:sp>
    </p:spTree>
    <p:extLst>
      <p:ext uri="{BB962C8B-B14F-4D97-AF65-F5344CB8AC3E}">
        <p14:creationId xmlns:p14="http://schemas.microsoft.com/office/powerpoint/2010/main" val="3607347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6FFE16D-6984-4217-9E6D-992923D387F3}"/>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Appendix   Tools and project files</a:t>
            </a:r>
          </a:p>
        </p:txBody>
      </p:sp>
      <p:sp>
        <p:nvSpPr>
          <p:cNvPr id="2" name="text-107">
            <a:extLst xmlns:a="http://schemas.openxmlformats.org/drawingml/2006/main">
              <a:ext uri="{FF2B5EF4-FFF2-40B4-BE49-F238E27FC236}">
                <a16:creationId xmlns:a16="http://schemas.microsoft.com/office/drawing/2014/main" id="{27B78ADF-9CEE-4A30-A8BF-99C5A44E315C}"/>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Source: current project files and demo guide. LangSmith tracing and knowledge-graph retrieval remain future work.</a:t>
            </a:r>
          </a:p>
        </p:txBody>
      </p:sp>
      <p:sp>
        <p:nvSpPr>
          <p:cNvPr id="3" name="text-108">
            <a:extLst xmlns:a="http://schemas.openxmlformats.org/drawingml/2006/main">
              <a:ext uri="{FF2B5EF4-FFF2-40B4-BE49-F238E27FC236}">
                <a16:creationId xmlns:a16="http://schemas.microsoft.com/office/drawing/2014/main" id="{C41A83F6-3ADB-48C3-934D-2F3F08E2B2BE}"/>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13</a:t>
            </a:r>
          </a:p>
        </p:txBody>
      </p:sp>
      <p:sp>
        <p:nvSpPr>
          <p:cNvPr id="4" name="text-109">
            <a:extLst xmlns:a="http://schemas.openxmlformats.org/drawingml/2006/main">
              <a:ext uri="{FF2B5EF4-FFF2-40B4-BE49-F238E27FC236}">
                <a16:creationId xmlns:a16="http://schemas.microsoft.com/office/drawing/2014/main" id="{D9807D70-D88B-410C-8F8A-182B7E04B9C4}"/>
              </a:ext>
            </a:extLst>
          </p:cNvPr>
          <p:cNvSpPr>
            <a:spLocks xmlns:a="http://schemas.openxmlformats.org/drawingml/2006/main" noGrp="1"/>
          </p:cNvSpPr>
          <p:nvPr/>
        </p:nvSpPr>
        <p:spPr>
          <a:xfrm xmlns:a="http://schemas.openxmlformats.org/drawingml/2006/main">
            <a:off x="609600" y="13811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TOOLS</a:t>
            </a:r>
          </a:p>
        </p:txBody>
      </p:sp>
      <p:sp>
        <p:nvSpPr>
          <p:cNvPr id="5" name="text-110">
            <a:extLst xmlns:a="http://schemas.openxmlformats.org/drawingml/2006/main">
              <a:ext uri="{FF2B5EF4-FFF2-40B4-BE49-F238E27FC236}">
                <a16:creationId xmlns:a16="http://schemas.microsoft.com/office/drawing/2014/main" id="{08E04860-D222-4B85-A4EB-C4A7937380A4}"/>
              </a:ext>
            </a:extLst>
          </p:cNvPr>
          <p:cNvSpPr>
            <a:spLocks xmlns:a="http://schemas.openxmlformats.org/drawingml/2006/main" noGrp="1"/>
          </p:cNvSpPr>
          <p:nvPr/>
        </p:nvSpPr>
        <p:spPr>
          <a:xfrm xmlns:a="http://schemas.openxmlformats.org/drawingml/2006/main">
            <a:off x="6477000" y="13811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26C60"/>
                </a:solidFill>
                <a:latin typeface="Arial"/>
                <a:ea typeface="Arial"/>
                <a:cs typeface="Arial"/>
              </a:defRPr>
            </a:defPPr>
            <a:lvl1pPr algn="l">
              <a:defRPr sz="1500" b="1">
                <a:solidFill>
                  <a:srgbClr val="126C60"/>
                </a:solidFill>
                <a:latin typeface="Arial"/>
                <a:ea typeface="Arial"/>
                <a:cs typeface="Arial"/>
              </a:defRPr>
            </a:lvl1pPr>
            <a:lvl2pPr algn="l">
              <a:defRPr sz="1500" b="1">
                <a:solidFill>
                  <a:srgbClr val="126C60"/>
                </a:solidFill>
                <a:latin typeface="Arial"/>
                <a:ea typeface="Arial"/>
                <a:cs typeface="Arial"/>
              </a:defRPr>
            </a:lvl2pPr>
            <a:lvl3pPr algn="l">
              <a:defRPr sz="1500" b="1">
                <a:solidFill>
                  <a:srgbClr val="126C60"/>
                </a:solidFill>
                <a:latin typeface="Arial"/>
                <a:ea typeface="Arial"/>
                <a:cs typeface="Arial"/>
              </a:defRPr>
            </a:lvl3pPr>
            <a:lvl4pPr algn="l">
              <a:defRPr sz="1500" b="1">
                <a:solidFill>
                  <a:srgbClr val="126C60"/>
                </a:solidFill>
                <a:latin typeface="Arial"/>
                <a:ea typeface="Arial"/>
                <a:cs typeface="Arial"/>
              </a:defRPr>
            </a:lvl4pPr>
            <a:lvl5pPr algn="l">
              <a:defRPr sz="1500" b="1">
                <a:solidFill>
                  <a:srgbClr val="126C60"/>
                </a:solidFill>
                <a:latin typeface="Arial"/>
                <a:ea typeface="Arial"/>
                <a:cs typeface="Arial"/>
              </a:defRPr>
            </a:lvl5pPr>
            <a:lvl6pPr algn="l">
              <a:defRPr sz="1500" b="1">
                <a:solidFill>
                  <a:srgbClr val="126C60"/>
                </a:solidFill>
                <a:latin typeface="Arial"/>
                <a:ea typeface="Arial"/>
                <a:cs typeface="Arial"/>
              </a:defRPr>
            </a:lvl6pPr>
            <a:lvl7pPr algn="l">
              <a:defRPr sz="1500" b="1">
                <a:solidFill>
                  <a:srgbClr val="126C60"/>
                </a:solidFill>
                <a:latin typeface="Arial"/>
                <a:ea typeface="Arial"/>
                <a:cs typeface="Arial"/>
              </a:defRPr>
            </a:lvl7pPr>
            <a:lvl8pPr algn="l">
              <a:defRPr sz="1500" b="1">
                <a:solidFill>
                  <a:srgbClr val="126C60"/>
                </a:solidFill>
                <a:latin typeface="Arial"/>
                <a:ea typeface="Arial"/>
                <a:cs typeface="Arial"/>
              </a:defRPr>
            </a:lvl8pPr>
            <a:lvl9pPr algn="l">
              <a:defRPr sz="1500" b="1">
                <a:solidFill>
                  <a:srgbClr val="126C60"/>
                </a:solidFill>
                <a:latin typeface="Arial"/>
                <a:ea typeface="Arial"/>
                <a:cs typeface="Arial"/>
              </a:defRPr>
            </a:lvl9pPr>
          </a:lstStyle>
          <a:p xmlns:a="http://schemas.openxmlformats.org/drawingml/2006/main">
            <a:pPr algn="l">
              <a:defRPr sz="1500" b="1">
                <a:solidFill>
                  <a:srgbClr val="126C60"/>
                </a:solidFill>
                <a:latin typeface="Arial"/>
                <a:ea typeface="Arial"/>
                <a:cs typeface="Arial"/>
              </a:defRPr>
            </a:pPr>
            <a:r>
              <a:rPr sz="1500" b="1">
                <a:solidFill>
                  <a:srgbClr val="126C60"/>
                </a:solidFill>
                <a:latin typeface="Arial"/>
                <a:ea typeface="Arial"/>
                <a:cs typeface="Arial"/>
              </a:rPr>
              <a:t>WORKING FILES</a:t>
            </a:r>
          </a:p>
        </p:txBody>
      </p:sp>
      <p:sp>
        <p:nvSpPr>
          <p:cNvPr id="6" name="text-111">
            <a:extLst xmlns:a="http://schemas.openxmlformats.org/drawingml/2006/main">
              <a:ext uri="{FF2B5EF4-FFF2-40B4-BE49-F238E27FC236}">
                <a16:creationId xmlns:a16="http://schemas.microsoft.com/office/drawing/2014/main" id="{2EF2C2F9-A798-4C5E-9CF6-F10FCDEB9C2C}"/>
              </a:ext>
            </a:extLst>
          </p:cNvPr>
          <p:cNvSpPr>
            <a:spLocks xmlns:a="http://schemas.openxmlformats.org/drawingml/2006/main" noGrp="1"/>
          </p:cNvSpPr>
          <p:nvPr/>
        </p:nvSpPr>
        <p:spPr>
          <a:xfrm xmlns:a="http://schemas.openxmlformats.org/drawingml/2006/main">
            <a:off x="609600" y="1952625"/>
            <a:ext cx="5238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B36"/>
                </a:solidFill>
                <a:latin typeface="Arial"/>
                <a:ea typeface="Arial"/>
                <a:cs typeface="Arial"/>
              </a:defRPr>
            </a:defPPr>
            <a:lvl1pPr algn="l">
              <a:defRPr sz="2100" b="0">
                <a:solidFill>
                  <a:srgbClr val="163B36"/>
                </a:solidFill>
                <a:latin typeface="Arial"/>
                <a:ea typeface="Arial"/>
                <a:cs typeface="Arial"/>
              </a:defRPr>
            </a:lvl1pPr>
            <a:lvl2pPr algn="l">
              <a:defRPr sz="2100" b="0">
                <a:solidFill>
                  <a:srgbClr val="163B36"/>
                </a:solidFill>
                <a:latin typeface="Arial"/>
                <a:ea typeface="Arial"/>
                <a:cs typeface="Arial"/>
              </a:defRPr>
            </a:lvl2pPr>
            <a:lvl3pPr algn="l">
              <a:defRPr sz="2100" b="0">
                <a:solidFill>
                  <a:srgbClr val="163B36"/>
                </a:solidFill>
                <a:latin typeface="Arial"/>
                <a:ea typeface="Arial"/>
                <a:cs typeface="Arial"/>
              </a:defRPr>
            </a:lvl3pPr>
            <a:lvl4pPr algn="l">
              <a:defRPr sz="2100" b="0">
                <a:solidFill>
                  <a:srgbClr val="163B36"/>
                </a:solidFill>
                <a:latin typeface="Arial"/>
                <a:ea typeface="Arial"/>
                <a:cs typeface="Arial"/>
              </a:defRPr>
            </a:lvl4pPr>
            <a:lvl5pPr algn="l">
              <a:defRPr sz="2100" b="0">
                <a:solidFill>
                  <a:srgbClr val="163B36"/>
                </a:solidFill>
                <a:latin typeface="Arial"/>
                <a:ea typeface="Arial"/>
                <a:cs typeface="Arial"/>
              </a:defRPr>
            </a:lvl5pPr>
            <a:lvl6pPr algn="l">
              <a:defRPr sz="2100" b="0">
                <a:solidFill>
                  <a:srgbClr val="163B36"/>
                </a:solidFill>
                <a:latin typeface="Arial"/>
                <a:ea typeface="Arial"/>
                <a:cs typeface="Arial"/>
              </a:defRPr>
            </a:lvl6pPr>
            <a:lvl7pPr algn="l">
              <a:defRPr sz="2100" b="0">
                <a:solidFill>
                  <a:srgbClr val="163B36"/>
                </a:solidFill>
                <a:latin typeface="Arial"/>
                <a:ea typeface="Arial"/>
                <a:cs typeface="Arial"/>
              </a:defRPr>
            </a:lvl7pPr>
            <a:lvl8pPr algn="l">
              <a:defRPr sz="2100" b="0">
                <a:solidFill>
                  <a:srgbClr val="163B36"/>
                </a:solidFill>
                <a:latin typeface="Arial"/>
                <a:ea typeface="Arial"/>
                <a:cs typeface="Arial"/>
              </a:defRPr>
            </a:lvl8pPr>
            <a:lvl9pPr algn="l">
              <a:defRPr sz="2100" b="0">
                <a:solidFill>
                  <a:srgbClr val="163B36"/>
                </a:solidFill>
                <a:latin typeface="Arial"/>
                <a:ea typeface="Arial"/>
                <a:cs typeface="Arial"/>
              </a:defRPr>
            </a:lvl9pPr>
          </a:lstStyle>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Python 3.12.10</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LangChain integration packages</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LangGraph 1.2.17</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pypdf and tiktoken</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OpenAI and Pinecone SDKs</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Streamlit 1.66.1</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python-dotenv</a:t>
            </a:r>
          </a:p>
        </p:txBody>
      </p:sp>
      <p:sp>
        <p:nvSpPr>
          <p:cNvPr id="7" name="text-112">
            <a:extLst xmlns:a="http://schemas.openxmlformats.org/drawingml/2006/main">
              <a:ext uri="{FF2B5EF4-FFF2-40B4-BE49-F238E27FC236}">
                <a16:creationId xmlns:a16="http://schemas.microsoft.com/office/drawing/2014/main" id="{AACFDD32-AA6F-4214-9FA1-D9CDE1BC014A}"/>
              </a:ext>
            </a:extLst>
          </p:cNvPr>
          <p:cNvSpPr>
            <a:spLocks xmlns:a="http://schemas.openxmlformats.org/drawingml/2006/main" noGrp="1"/>
          </p:cNvSpPr>
          <p:nvPr/>
        </p:nvSpPr>
        <p:spPr>
          <a:xfrm xmlns:a="http://schemas.openxmlformats.org/drawingml/2006/main">
            <a:off x="6477000" y="1952625"/>
            <a:ext cx="5143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B36"/>
                </a:solidFill>
                <a:latin typeface="Consolas"/>
                <a:ea typeface="Consolas"/>
                <a:cs typeface="Consolas"/>
              </a:defRPr>
            </a:defPPr>
            <a:lvl1pPr algn="l">
              <a:defRPr sz="1950" b="0">
                <a:solidFill>
                  <a:srgbClr val="163B36"/>
                </a:solidFill>
                <a:latin typeface="Consolas"/>
                <a:ea typeface="Consolas"/>
                <a:cs typeface="Consolas"/>
              </a:defRPr>
            </a:lvl1pPr>
            <a:lvl2pPr algn="l">
              <a:defRPr sz="1950" b="0">
                <a:solidFill>
                  <a:srgbClr val="163B36"/>
                </a:solidFill>
                <a:latin typeface="Consolas"/>
                <a:ea typeface="Consolas"/>
                <a:cs typeface="Consolas"/>
              </a:defRPr>
            </a:lvl2pPr>
            <a:lvl3pPr algn="l">
              <a:defRPr sz="1950" b="0">
                <a:solidFill>
                  <a:srgbClr val="163B36"/>
                </a:solidFill>
                <a:latin typeface="Consolas"/>
                <a:ea typeface="Consolas"/>
                <a:cs typeface="Consolas"/>
              </a:defRPr>
            </a:lvl3pPr>
            <a:lvl4pPr algn="l">
              <a:defRPr sz="1950" b="0">
                <a:solidFill>
                  <a:srgbClr val="163B36"/>
                </a:solidFill>
                <a:latin typeface="Consolas"/>
                <a:ea typeface="Consolas"/>
                <a:cs typeface="Consolas"/>
              </a:defRPr>
            </a:lvl4pPr>
            <a:lvl5pPr algn="l">
              <a:defRPr sz="1950" b="0">
                <a:solidFill>
                  <a:srgbClr val="163B36"/>
                </a:solidFill>
                <a:latin typeface="Consolas"/>
                <a:ea typeface="Consolas"/>
                <a:cs typeface="Consolas"/>
              </a:defRPr>
            </a:lvl5pPr>
            <a:lvl6pPr algn="l">
              <a:defRPr sz="1950" b="0">
                <a:solidFill>
                  <a:srgbClr val="163B36"/>
                </a:solidFill>
                <a:latin typeface="Consolas"/>
                <a:ea typeface="Consolas"/>
                <a:cs typeface="Consolas"/>
              </a:defRPr>
            </a:lvl6pPr>
            <a:lvl7pPr algn="l">
              <a:defRPr sz="1950" b="0">
                <a:solidFill>
                  <a:srgbClr val="163B36"/>
                </a:solidFill>
                <a:latin typeface="Consolas"/>
                <a:ea typeface="Consolas"/>
                <a:cs typeface="Consolas"/>
              </a:defRPr>
            </a:lvl7pPr>
            <a:lvl8pPr algn="l">
              <a:defRPr sz="1950" b="0">
                <a:solidFill>
                  <a:srgbClr val="163B36"/>
                </a:solidFill>
                <a:latin typeface="Consolas"/>
                <a:ea typeface="Consolas"/>
                <a:cs typeface="Consolas"/>
              </a:defRPr>
            </a:lvl8pPr>
            <a:lvl9pPr algn="l">
              <a:defRPr sz="1950" b="0">
                <a:solidFill>
                  <a:srgbClr val="163B36"/>
                </a:solidFill>
                <a:latin typeface="Consolas"/>
                <a:ea typeface="Consolas"/>
                <a:cs typeface="Consolas"/>
              </a:defRPr>
            </a:lvl9pPr>
          </a:lstStyle>
          <a:p xmlns:a="http://schemas.openxmlformats.org/drawingml/2006/main">
            <a:pPr algn="l">
              <a:defRPr sz="1950" b="0">
                <a:solidFill>
                  <a:srgbClr val="163B36"/>
                </a:solidFill>
                <a:latin typeface="Consolas"/>
                <a:ea typeface="Consolas"/>
                <a:cs typeface="Consolas"/>
              </a:defRPr>
            </a:pPr>
            <a:r>
              <a:rPr sz="1950" b="0">
                <a:solidFill>
                  <a:srgbClr val="163B36"/>
                </a:solidFill>
                <a:latin typeface="Consolas"/>
                <a:ea typeface="Consolas"/>
                <a:cs typeface="Consolas"/>
              </a:rPr>
              <a:t>data/contracts/</a:t>
            </a:r>
          </a:p>
          <a:p xmlns:a="http://schemas.openxmlformats.org/drawingml/2006/main">
            <a:pPr algn="l">
              <a:defRPr sz="1950" b="0">
                <a:solidFill>
                  <a:srgbClr val="163B36"/>
                </a:solidFill>
                <a:latin typeface="Consolas"/>
                <a:ea typeface="Consolas"/>
                <a:cs typeface="Consolas"/>
              </a:defRPr>
            </a:pPr>
            <a:r>
              <a:rPr sz="1950" b="0">
                <a:solidFill>
                  <a:srgbClr val="163B36"/>
                </a:solidFill>
                <a:latin typeface="Consolas"/>
                <a:ea typeface="Consolas"/>
                <a:cs typeface="Consolas"/>
              </a:rPr>
              <a:t>data/processed/</a:t>
            </a:r>
          </a:p>
          <a:p xmlns:a="http://schemas.openxmlformats.org/drawingml/2006/main">
            <a:pPr algn="l">
              <a:defRPr sz="1950" b="0">
                <a:solidFill>
                  <a:srgbClr val="163B36"/>
                </a:solidFill>
                <a:latin typeface="Consolas"/>
                <a:ea typeface="Consolas"/>
                <a:cs typeface="Consolas"/>
              </a:defRPr>
            </a:pPr>
            <a:r>
              <a:rPr sz="1950" b="0">
                <a:solidFill>
                  <a:srgbClr val="163B36"/>
                </a:solidFill>
                <a:latin typeface="Consolas"/>
                <a:ea typeface="Consolas"/>
                <a:cs typeface="Consolas"/>
              </a:rPr>
              <a:t>reports/</a:t>
            </a:r>
          </a:p>
          <a:p xmlns:a="http://schemas.openxmlformats.org/drawingml/2006/main">
            <a:pPr algn="l">
              <a:defRPr sz="1950" b="0">
                <a:solidFill>
                  <a:srgbClr val="163B36"/>
                </a:solidFill>
                <a:latin typeface="Consolas"/>
                <a:ea typeface="Consolas"/>
                <a:cs typeface="Consolas"/>
              </a:defRPr>
            </a:pPr>
            <a:r>
              <a:rPr sz="1950" b="0">
                <a:solidFill>
                  <a:srgbClr val="163B36"/>
                </a:solidFill>
                <a:latin typeface="Consolas"/>
                <a:ea typeface="Consolas"/>
                <a:cs typeface="Consolas"/>
              </a:rPr>
              <a:t>answer_contracts.py</a:t>
            </a:r>
          </a:p>
          <a:p xmlns:a="http://schemas.openxmlformats.org/drawingml/2006/main">
            <a:pPr algn="l">
              <a:defRPr sz="1950" b="0">
                <a:solidFill>
                  <a:srgbClr val="163B36"/>
                </a:solidFill>
                <a:latin typeface="Consolas"/>
                <a:ea typeface="Consolas"/>
                <a:cs typeface="Consolas"/>
              </a:defRPr>
            </a:pPr>
            <a:r>
              <a:rPr sz="1950" b="0">
                <a:solidFill>
                  <a:srgbClr val="163B36"/>
                </a:solidFill>
                <a:latin typeface="Consolas"/>
                <a:ea typeface="Consolas"/>
                <a:cs typeface="Consolas"/>
              </a:rPr>
              <a:t>app.py</a:t>
            </a:r>
          </a:p>
          <a:p xmlns:a="http://schemas.openxmlformats.org/drawingml/2006/main">
            <a:pPr algn="l">
              <a:defRPr sz="1950" b="0">
                <a:solidFill>
                  <a:srgbClr val="163B36"/>
                </a:solidFill>
                <a:latin typeface="Consolas"/>
                <a:ea typeface="Consolas"/>
                <a:cs typeface="Consolas"/>
              </a:defRPr>
            </a:pPr>
            <a:r>
              <a:rPr sz="1950" b="0">
                <a:solidFill>
                  <a:srgbClr val="163B36"/>
                </a:solidFill>
                <a:latin typeface="Consolas"/>
                <a:ea typeface="Consolas"/>
                <a:cs typeface="Consolas"/>
              </a:rPr>
              <a:t>architecture_viewer.py</a:t>
            </a:r>
          </a:p>
          <a:p xmlns:a="http://schemas.openxmlformats.org/drawingml/2006/main">
            <a:pPr algn="l">
              <a:defRPr sz="1950" b="0">
                <a:solidFill>
                  <a:srgbClr val="163B36"/>
                </a:solidFill>
                <a:latin typeface="Consolas"/>
                <a:ea typeface="Consolas"/>
                <a:cs typeface="Consolas"/>
              </a:defRPr>
            </a:pPr>
            <a:r>
              <a:rPr sz="1950" b="0">
                <a:solidFill>
                  <a:srgbClr val="163B36"/>
                </a:solidFill>
                <a:latin typeface="Consolas"/>
                <a:ea typeface="Consolas"/>
                <a:cs typeface="Consolas"/>
              </a:rPr>
              <a:t>question_bank.json</a:t>
            </a:r>
          </a:p>
          <a:p xmlns:a="http://schemas.openxmlformats.org/drawingml/2006/main">
            <a:pPr algn="l">
              <a:defRPr sz="1950" b="0">
                <a:solidFill>
                  <a:srgbClr val="163B36"/>
                </a:solidFill>
                <a:latin typeface="Consolas"/>
                <a:ea typeface="Consolas"/>
                <a:cs typeface="Consolas"/>
              </a:defRPr>
            </a:pPr>
            <a:r>
              <a:rPr sz="1950" b="0">
                <a:solidFill>
                  <a:srgbClr val="163B36"/>
                </a:solidFill>
                <a:latin typeface="Consolas"/>
                <a:ea typeface="Consolas"/>
                <a:cs typeface="Consolas"/>
              </a:rPr>
              <a:t>BUILD_LOG.md</a:t>
            </a:r>
          </a:p>
        </p:txBody>
      </p:sp>
      <p:sp>
        <p:nvSpPr>
          <p:cNvPr id="8" name="text-113">
            <a:extLst xmlns:a="http://schemas.openxmlformats.org/drawingml/2006/main">
              <a:ext uri="{FF2B5EF4-FFF2-40B4-BE49-F238E27FC236}">
                <a16:creationId xmlns:a16="http://schemas.microsoft.com/office/drawing/2014/main" id="{55E6A313-1862-43AA-94C7-643DF89A1239}"/>
              </a:ext>
            </a:extLst>
          </p:cNvPr>
          <p:cNvSpPr>
            <a:spLocks xmlns:a="http://schemas.openxmlformats.org/drawingml/2006/main" noGrp="1"/>
          </p:cNvSpPr>
          <p:nvPr/>
        </p:nvSpPr>
        <p:spPr>
          <a:xfrm xmlns:a="http://schemas.openxmlformats.org/drawingml/2006/main">
            <a:off x="609600" y="56197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C60"/>
                </a:solidFill>
                <a:latin typeface="Arial"/>
                <a:ea typeface="Arial"/>
                <a:cs typeface="Arial"/>
              </a:defRPr>
            </a:defPPr>
            <a:lvl1pPr algn="l">
              <a:defRPr sz="1950" b="1">
                <a:solidFill>
                  <a:srgbClr val="126C60"/>
                </a:solidFill>
                <a:latin typeface="Arial"/>
                <a:ea typeface="Arial"/>
                <a:cs typeface="Arial"/>
              </a:defRPr>
            </a:lvl1pPr>
            <a:lvl2pPr algn="l">
              <a:defRPr sz="1950" b="1">
                <a:solidFill>
                  <a:srgbClr val="126C60"/>
                </a:solidFill>
                <a:latin typeface="Arial"/>
                <a:ea typeface="Arial"/>
                <a:cs typeface="Arial"/>
              </a:defRPr>
            </a:lvl2pPr>
            <a:lvl3pPr algn="l">
              <a:defRPr sz="1950" b="1">
                <a:solidFill>
                  <a:srgbClr val="126C60"/>
                </a:solidFill>
                <a:latin typeface="Arial"/>
                <a:ea typeface="Arial"/>
                <a:cs typeface="Arial"/>
              </a:defRPr>
            </a:lvl3pPr>
            <a:lvl4pPr algn="l">
              <a:defRPr sz="1950" b="1">
                <a:solidFill>
                  <a:srgbClr val="126C60"/>
                </a:solidFill>
                <a:latin typeface="Arial"/>
                <a:ea typeface="Arial"/>
                <a:cs typeface="Arial"/>
              </a:defRPr>
            </a:lvl4pPr>
            <a:lvl5pPr algn="l">
              <a:defRPr sz="1950" b="1">
                <a:solidFill>
                  <a:srgbClr val="126C60"/>
                </a:solidFill>
                <a:latin typeface="Arial"/>
                <a:ea typeface="Arial"/>
                <a:cs typeface="Arial"/>
              </a:defRPr>
            </a:lvl5pPr>
            <a:lvl6pPr algn="l">
              <a:defRPr sz="1950" b="1">
                <a:solidFill>
                  <a:srgbClr val="126C60"/>
                </a:solidFill>
                <a:latin typeface="Arial"/>
                <a:ea typeface="Arial"/>
                <a:cs typeface="Arial"/>
              </a:defRPr>
            </a:lvl6pPr>
            <a:lvl7pPr algn="l">
              <a:defRPr sz="1950" b="1">
                <a:solidFill>
                  <a:srgbClr val="126C60"/>
                </a:solidFill>
                <a:latin typeface="Arial"/>
                <a:ea typeface="Arial"/>
                <a:cs typeface="Arial"/>
              </a:defRPr>
            </a:lvl7pPr>
            <a:lvl8pPr algn="l">
              <a:defRPr sz="1950" b="1">
                <a:solidFill>
                  <a:srgbClr val="126C60"/>
                </a:solidFill>
                <a:latin typeface="Arial"/>
                <a:ea typeface="Arial"/>
                <a:cs typeface="Arial"/>
              </a:defRPr>
            </a:lvl8pPr>
            <a:lvl9pPr algn="l">
              <a:defRPr sz="1950" b="1">
                <a:solidFill>
                  <a:srgbClr val="126C60"/>
                </a:solidFill>
                <a:latin typeface="Arial"/>
                <a:ea typeface="Arial"/>
                <a:cs typeface="Arial"/>
              </a:defRPr>
            </a:lvl9pPr>
          </a:lstStyle>
          <a:p xmlns:a="http://schemas.openxmlformats.org/drawingml/2006/main">
            <a:pPr algn="l">
              <a:defRPr sz="1950" b="1">
                <a:solidFill>
                  <a:srgbClr val="126C60"/>
                </a:solidFill>
                <a:latin typeface="Arial"/>
                <a:ea typeface="Arial"/>
                <a:cs typeface="Arial"/>
              </a:defRPr>
            </a:pPr>
            <a:r>
              <a:rPr sz="1950" b="1">
                <a:solidFill>
                  <a:srgbClr val="126C60"/>
                </a:solidFill>
                <a:latin typeface="Arial"/>
                <a:ea typeface="Arial"/>
                <a:cs typeface="Arial"/>
              </a:rPr>
              <a:t>Keys stay in the local server-side .env file.</a:t>
            </a:r>
          </a:p>
        </p:txBody>
      </p:sp>
    </p:spTree>
    <p:extLst>
      <p:ext uri="{BB962C8B-B14F-4D97-AF65-F5344CB8AC3E}">
        <p14:creationId xmlns:p14="http://schemas.microsoft.com/office/powerpoint/2010/main" val="8970383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12802B9-55D8-439B-8FCB-A064BC6834CB}"/>
              </a:ext>
            </a:extLst>
          </p:cNvPr>
          <p:cNvSpPr>
            <a:spLocks xmlns:a="http://schemas.openxmlformats.org/drawingml/2006/main" noGrp="1"/>
          </p:cNvSpPr>
          <p:nvPr/>
        </p:nvSpPr>
        <p:spPr>
          <a:xfrm xmlns:a="http://schemas.openxmlformats.org/drawingml/2006/main">
            <a:off x="609600" y="419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3B36"/>
                </a:solidFill>
                <a:latin typeface="Arial"/>
                <a:ea typeface="Arial"/>
                <a:cs typeface="Arial"/>
              </a:defRPr>
            </a:defPPr>
            <a:lvl1pPr algn="l">
              <a:defRPr sz="3300" b="1">
                <a:solidFill>
                  <a:srgbClr val="163B36"/>
                </a:solidFill>
                <a:latin typeface="Arial"/>
                <a:ea typeface="Arial"/>
                <a:cs typeface="Arial"/>
              </a:defRPr>
            </a:lvl1pPr>
            <a:lvl2pPr algn="l">
              <a:defRPr sz="3300" b="1">
                <a:solidFill>
                  <a:srgbClr val="163B36"/>
                </a:solidFill>
                <a:latin typeface="Arial"/>
                <a:ea typeface="Arial"/>
                <a:cs typeface="Arial"/>
              </a:defRPr>
            </a:lvl2pPr>
            <a:lvl3pPr algn="l">
              <a:defRPr sz="3300" b="1">
                <a:solidFill>
                  <a:srgbClr val="163B36"/>
                </a:solidFill>
                <a:latin typeface="Arial"/>
                <a:ea typeface="Arial"/>
                <a:cs typeface="Arial"/>
              </a:defRPr>
            </a:lvl3pPr>
            <a:lvl4pPr algn="l">
              <a:defRPr sz="3300" b="1">
                <a:solidFill>
                  <a:srgbClr val="163B36"/>
                </a:solidFill>
                <a:latin typeface="Arial"/>
                <a:ea typeface="Arial"/>
                <a:cs typeface="Arial"/>
              </a:defRPr>
            </a:lvl4pPr>
            <a:lvl5pPr algn="l">
              <a:defRPr sz="3300" b="1">
                <a:solidFill>
                  <a:srgbClr val="163B36"/>
                </a:solidFill>
                <a:latin typeface="Arial"/>
                <a:ea typeface="Arial"/>
                <a:cs typeface="Arial"/>
              </a:defRPr>
            </a:lvl5pPr>
            <a:lvl6pPr algn="l">
              <a:defRPr sz="3300" b="1">
                <a:solidFill>
                  <a:srgbClr val="163B36"/>
                </a:solidFill>
                <a:latin typeface="Arial"/>
                <a:ea typeface="Arial"/>
                <a:cs typeface="Arial"/>
              </a:defRPr>
            </a:lvl6pPr>
            <a:lvl7pPr algn="l">
              <a:defRPr sz="3300" b="1">
                <a:solidFill>
                  <a:srgbClr val="163B36"/>
                </a:solidFill>
                <a:latin typeface="Arial"/>
                <a:ea typeface="Arial"/>
                <a:cs typeface="Arial"/>
              </a:defRPr>
            </a:lvl7pPr>
            <a:lvl8pPr algn="l">
              <a:defRPr sz="3300" b="1">
                <a:solidFill>
                  <a:srgbClr val="163B36"/>
                </a:solidFill>
                <a:latin typeface="Arial"/>
                <a:ea typeface="Arial"/>
                <a:cs typeface="Arial"/>
              </a:defRPr>
            </a:lvl8pPr>
            <a:lvl9pPr algn="l">
              <a:defRPr sz="3300" b="1">
                <a:solidFill>
                  <a:srgbClr val="163B36"/>
                </a:solidFill>
                <a:latin typeface="Arial"/>
                <a:ea typeface="Arial"/>
                <a:cs typeface="Arial"/>
              </a:defRPr>
            </a:lvl9pPr>
          </a:lstStyle>
          <a:p xmlns:a="http://schemas.openxmlformats.org/drawingml/2006/main">
            <a:pPr algn="l">
              <a:defRPr sz="3300" b="1">
                <a:solidFill>
                  <a:srgbClr val="163B36"/>
                </a:solidFill>
                <a:latin typeface="Arial"/>
                <a:ea typeface="Arial"/>
                <a:cs typeface="Arial"/>
              </a:defRPr>
            </a:pPr>
            <a:r>
              <a:rPr sz="3300" b="1">
                <a:solidFill>
                  <a:srgbClr val="163B36"/>
                </a:solidFill>
                <a:latin typeface="Arial"/>
                <a:ea typeface="Arial"/>
                <a:cs typeface="Arial"/>
              </a:rPr>
              <a:t>Appendix   Complete architecture</a:t>
            </a:r>
          </a:p>
        </p:txBody>
      </p:sp>
      <p:sp>
        <p:nvSpPr>
          <p:cNvPr id="2" name="text-114">
            <a:extLst xmlns:a="http://schemas.openxmlformats.org/drawingml/2006/main">
              <a:ext uri="{FF2B5EF4-FFF2-40B4-BE49-F238E27FC236}">
                <a16:creationId xmlns:a16="http://schemas.microsoft.com/office/drawing/2014/main" id="{46A35B32-A47A-4661-9212-48B914D18849}"/>
              </a:ext>
            </a:extLst>
          </p:cNvPr>
          <p:cNvSpPr>
            <a:spLocks xmlns:a="http://schemas.openxmlformats.org/drawingml/2006/main" noGrp="1"/>
          </p:cNvSpPr>
          <p:nvPr/>
        </p:nvSpPr>
        <p:spPr>
          <a:xfrm xmlns:a="http://schemas.openxmlformats.org/drawingml/2006/main">
            <a:off x="609600" y="6286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C67"/>
                </a:solidFill>
                <a:latin typeface="Arial"/>
                <a:ea typeface="Arial"/>
                <a:cs typeface="Arial"/>
              </a:defRPr>
            </a:defPPr>
            <a:lvl1pPr algn="l">
              <a:defRPr sz="1200" b="0">
                <a:solidFill>
                  <a:srgbClr val="536C67"/>
                </a:solidFill>
                <a:latin typeface="Arial"/>
                <a:ea typeface="Arial"/>
                <a:cs typeface="Arial"/>
              </a:defRPr>
            </a:lvl1pPr>
            <a:lvl2pPr algn="l">
              <a:defRPr sz="1200" b="0">
                <a:solidFill>
                  <a:srgbClr val="536C67"/>
                </a:solidFill>
                <a:latin typeface="Arial"/>
                <a:ea typeface="Arial"/>
                <a:cs typeface="Arial"/>
              </a:defRPr>
            </a:lvl2pPr>
            <a:lvl3pPr algn="l">
              <a:defRPr sz="1200" b="0">
                <a:solidFill>
                  <a:srgbClr val="536C67"/>
                </a:solidFill>
                <a:latin typeface="Arial"/>
                <a:ea typeface="Arial"/>
                <a:cs typeface="Arial"/>
              </a:defRPr>
            </a:lvl3pPr>
            <a:lvl4pPr algn="l">
              <a:defRPr sz="1200" b="0">
                <a:solidFill>
                  <a:srgbClr val="536C67"/>
                </a:solidFill>
                <a:latin typeface="Arial"/>
                <a:ea typeface="Arial"/>
                <a:cs typeface="Arial"/>
              </a:defRPr>
            </a:lvl4pPr>
            <a:lvl5pPr algn="l">
              <a:defRPr sz="1200" b="0">
                <a:solidFill>
                  <a:srgbClr val="536C67"/>
                </a:solidFill>
                <a:latin typeface="Arial"/>
                <a:ea typeface="Arial"/>
                <a:cs typeface="Arial"/>
              </a:defRPr>
            </a:lvl5pPr>
            <a:lvl6pPr algn="l">
              <a:defRPr sz="1200" b="0">
                <a:solidFill>
                  <a:srgbClr val="536C67"/>
                </a:solidFill>
                <a:latin typeface="Arial"/>
                <a:ea typeface="Arial"/>
                <a:cs typeface="Arial"/>
              </a:defRPr>
            </a:lvl6pPr>
            <a:lvl7pPr algn="l">
              <a:defRPr sz="1200" b="0">
                <a:solidFill>
                  <a:srgbClr val="536C67"/>
                </a:solidFill>
                <a:latin typeface="Arial"/>
                <a:ea typeface="Arial"/>
                <a:cs typeface="Arial"/>
              </a:defRPr>
            </a:lvl7pPr>
            <a:lvl8pPr algn="l">
              <a:defRPr sz="1200" b="0">
                <a:solidFill>
                  <a:srgbClr val="536C67"/>
                </a:solidFill>
                <a:latin typeface="Arial"/>
                <a:ea typeface="Arial"/>
                <a:cs typeface="Arial"/>
              </a:defRPr>
            </a:lvl8pPr>
            <a:lvl9pPr algn="l">
              <a:defRPr sz="1200" b="0">
                <a:solidFill>
                  <a:srgbClr val="536C67"/>
                </a:solidFill>
                <a:latin typeface="Arial"/>
                <a:ea typeface="Arial"/>
                <a:cs typeface="Arial"/>
              </a:defRPr>
            </a:lvl9pPr>
          </a:lstStyle>
          <a:p xmlns:a="http://schemas.openxmlformats.org/drawingml/2006/main">
            <a:pPr algn="l">
              <a:defRPr sz="1200" b="0">
                <a:solidFill>
                  <a:srgbClr val="536C67"/>
                </a:solidFill>
                <a:latin typeface="Arial"/>
                <a:ea typeface="Arial"/>
                <a:cs typeface="Arial"/>
              </a:defRPr>
            </a:pPr>
            <a:r>
              <a:rPr sz="1200" b="0">
                <a:solidFill>
                  <a:srgbClr val="536C67"/>
                </a:solidFill>
                <a:latin typeface="Arial"/>
                <a:ea typeface="Arial"/>
                <a:cs typeface="Arial"/>
              </a:rPr>
              <a:t>Source: the current app architecture diagram. Use the Architecture tab for zoom, pan and SVG download.</a:t>
            </a:r>
          </a:p>
        </p:txBody>
      </p:sp>
      <p:sp>
        <p:nvSpPr>
          <p:cNvPr id="3" name="text-115">
            <a:extLst xmlns:a="http://schemas.openxmlformats.org/drawingml/2006/main">
              <a:ext uri="{FF2B5EF4-FFF2-40B4-BE49-F238E27FC236}">
                <a16:creationId xmlns:a16="http://schemas.microsoft.com/office/drawing/2014/main" id="{6AC67BDE-D5D9-493F-8596-484F34515107}"/>
              </a:ext>
            </a:extLst>
          </p:cNvPr>
          <p:cNvSpPr>
            <a:spLocks xmlns:a="http://schemas.openxmlformats.org/drawingml/2006/main" noGrp="1"/>
          </p:cNvSpPr>
          <p:nvPr/>
        </p:nvSpPr>
        <p:spPr>
          <a:xfrm xmlns:a="http://schemas.openxmlformats.org/drawingml/2006/main">
            <a:off x="11287125" y="63246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36C67"/>
                </a:solidFill>
                <a:latin typeface="Arial"/>
                <a:ea typeface="Arial"/>
                <a:cs typeface="Arial"/>
              </a:defRPr>
            </a:defPPr>
            <a:lvl1pPr algn="r">
              <a:defRPr sz="1125" b="0">
                <a:solidFill>
                  <a:srgbClr val="536C67"/>
                </a:solidFill>
                <a:latin typeface="Arial"/>
                <a:ea typeface="Arial"/>
                <a:cs typeface="Arial"/>
              </a:defRPr>
            </a:lvl1pPr>
            <a:lvl2pPr algn="r">
              <a:defRPr sz="1125" b="0">
                <a:solidFill>
                  <a:srgbClr val="536C67"/>
                </a:solidFill>
                <a:latin typeface="Arial"/>
                <a:ea typeface="Arial"/>
                <a:cs typeface="Arial"/>
              </a:defRPr>
            </a:lvl2pPr>
            <a:lvl3pPr algn="r">
              <a:defRPr sz="1125" b="0">
                <a:solidFill>
                  <a:srgbClr val="536C67"/>
                </a:solidFill>
                <a:latin typeface="Arial"/>
                <a:ea typeface="Arial"/>
                <a:cs typeface="Arial"/>
              </a:defRPr>
            </a:lvl3pPr>
            <a:lvl4pPr algn="r">
              <a:defRPr sz="1125" b="0">
                <a:solidFill>
                  <a:srgbClr val="536C67"/>
                </a:solidFill>
                <a:latin typeface="Arial"/>
                <a:ea typeface="Arial"/>
                <a:cs typeface="Arial"/>
              </a:defRPr>
            </a:lvl4pPr>
            <a:lvl5pPr algn="r">
              <a:defRPr sz="1125" b="0">
                <a:solidFill>
                  <a:srgbClr val="536C67"/>
                </a:solidFill>
                <a:latin typeface="Arial"/>
                <a:ea typeface="Arial"/>
                <a:cs typeface="Arial"/>
              </a:defRPr>
            </a:lvl5pPr>
            <a:lvl6pPr algn="r">
              <a:defRPr sz="1125" b="0">
                <a:solidFill>
                  <a:srgbClr val="536C67"/>
                </a:solidFill>
                <a:latin typeface="Arial"/>
                <a:ea typeface="Arial"/>
                <a:cs typeface="Arial"/>
              </a:defRPr>
            </a:lvl6pPr>
            <a:lvl7pPr algn="r">
              <a:defRPr sz="1125" b="0">
                <a:solidFill>
                  <a:srgbClr val="536C67"/>
                </a:solidFill>
                <a:latin typeface="Arial"/>
                <a:ea typeface="Arial"/>
                <a:cs typeface="Arial"/>
              </a:defRPr>
            </a:lvl7pPr>
            <a:lvl8pPr algn="r">
              <a:defRPr sz="1125" b="0">
                <a:solidFill>
                  <a:srgbClr val="536C67"/>
                </a:solidFill>
                <a:latin typeface="Arial"/>
                <a:ea typeface="Arial"/>
                <a:cs typeface="Arial"/>
              </a:defRPr>
            </a:lvl8pPr>
            <a:lvl9pPr algn="r">
              <a:defRPr sz="1125" b="0">
                <a:solidFill>
                  <a:srgbClr val="536C67"/>
                </a:solidFill>
                <a:latin typeface="Arial"/>
                <a:ea typeface="Arial"/>
                <a:cs typeface="Arial"/>
              </a:defRPr>
            </a:lvl9pPr>
          </a:lstStyle>
          <a:p xmlns:a="http://schemas.openxmlformats.org/drawingml/2006/main">
            <a:pPr algn="r">
              <a:defRPr sz="1125" b="0">
                <a:solidFill>
                  <a:srgbClr val="536C67"/>
                </a:solidFill>
                <a:latin typeface="Arial"/>
                <a:ea typeface="Arial"/>
                <a:cs typeface="Arial"/>
              </a:defRPr>
            </a:pPr>
            <a:r>
              <a:rPr sz="1125" b="0">
                <a:solidFill>
                  <a:srgbClr val="536C67"/>
                </a:solidFill>
                <a:latin typeface="Arial"/>
                <a:ea typeface="Arial"/>
                <a:cs typeface="Arial"/>
              </a:rPr>
              <a:t>14</a:t>
            </a:r>
          </a:p>
        </p:txBody>
      </p:sp>
      <p:pic>
        <p:nvPicPr>
          <p:cNvPr id="4" name="">
            <a:extLst xmlns:a="http://schemas.openxmlformats.org/drawingml/2006/main">
              <a:ext uri="{FF2B5EF4-FFF2-40B4-BE49-F238E27FC236}">
                <a16:creationId xmlns:a16="http://schemas.microsoft.com/office/drawing/2014/main" id="{DEBC7B73-01CB-410D-B33F-64FB23B94A05}"/>
              </a:ext>
            </a:extLst>
          </p:cNvPr>
          <p:cNvPicPr>
            <a:picLocks xmlns:a="http://schemas.openxmlformats.org/drawingml/2006/main" noChangeAspect="1"/>
          </p:cNvPicPr>
          <p:nvPr/>
        </p:nvPicPr>
        <p:blipFill>
          <a:blip xmlns:r="http://schemas.openxmlformats.org/officeDocument/2006/relationships" xmlns:a="http://schemas.openxmlformats.org/drawingml/2006/main" r:embed="R3410856499354ceb"/>
          <a:stretch xmlns:a="http://schemas.openxmlformats.org/drawingml/2006/main"/>
        </p:blipFill>
        <p:spPr>
          <a:xfrm xmlns:a="http://schemas.openxmlformats.org/drawingml/2006/main">
            <a:off x="6709179" y="1123950"/>
            <a:ext cx="4183841" cy="5010150"/>
          </a:xfrm>
          <a:prstGeom xmlns:a="http://schemas.openxmlformats.org/drawingml/2006/main" prst="rect">
            <a:avLst/>
          </a:prstGeom>
        </p:spPr>
      </p:pic>
      <p:sp>
        <p:nvSpPr>
          <p:cNvPr id="5" name="text-116">
            <a:extLst xmlns:a="http://schemas.openxmlformats.org/drawingml/2006/main">
              <a:ext uri="{FF2B5EF4-FFF2-40B4-BE49-F238E27FC236}">
                <a16:creationId xmlns:a16="http://schemas.microsoft.com/office/drawing/2014/main" id="{40160AF7-2C24-47BE-94D1-68BE4EBCF1DF}"/>
              </a:ext>
            </a:extLst>
          </p:cNvPr>
          <p:cNvSpPr>
            <a:spLocks xmlns:a="http://schemas.openxmlformats.org/drawingml/2006/main" noGrp="1"/>
          </p:cNvSpPr>
          <p:nvPr/>
        </p:nvSpPr>
        <p:spPr>
          <a:xfrm xmlns:a="http://schemas.openxmlformats.org/drawingml/2006/main">
            <a:off x="609600" y="1571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3B36"/>
                </a:solidFill>
                <a:latin typeface="Arial"/>
                <a:ea typeface="Arial"/>
                <a:cs typeface="Arial"/>
              </a:defRPr>
            </a:defPPr>
            <a:lvl1pPr algn="l">
              <a:defRPr sz="2250" b="1">
                <a:solidFill>
                  <a:srgbClr val="163B36"/>
                </a:solidFill>
                <a:latin typeface="Arial"/>
                <a:ea typeface="Arial"/>
                <a:cs typeface="Arial"/>
              </a:defRPr>
            </a:lvl1pPr>
            <a:lvl2pPr algn="l">
              <a:defRPr sz="2250" b="1">
                <a:solidFill>
                  <a:srgbClr val="163B36"/>
                </a:solidFill>
                <a:latin typeface="Arial"/>
                <a:ea typeface="Arial"/>
                <a:cs typeface="Arial"/>
              </a:defRPr>
            </a:lvl2pPr>
            <a:lvl3pPr algn="l">
              <a:defRPr sz="2250" b="1">
                <a:solidFill>
                  <a:srgbClr val="163B36"/>
                </a:solidFill>
                <a:latin typeface="Arial"/>
                <a:ea typeface="Arial"/>
                <a:cs typeface="Arial"/>
              </a:defRPr>
            </a:lvl3pPr>
            <a:lvl4pPr algn="l">
              <a:defRPr sz="2250" b="1">
                <a:solidFill>
                  <a:srgbClr val="163B36"/>
                </a:solidFill>
                <a:latin typeface="Arial"/>
                <a:ea typeface="Arial"/>
                <a:cs typeface="Arial"/>
              </a:defRPr>
            </a:lvl4pPr>
            <a:lvl5pPr algn="l">
              <a:defRPr sz="2250" b="1">
                <a:solidFill>
                  <a:srgbClr val="163B36"/>
                </a:solidFill>
                <a:latin typeface="Arial"/>
                <a:ea typeface="Arial"/>
                <a:cs typeface="Arial"/>
              </a:defRPr>
            </a:lvl5pPr>
            <a:lvl6pPr algn="l">
              <a:defRPr sz="2250" b="1">
                <a:solidFill>
                  <a:srgbClr val="163B36"/>
                </a:solidFill>
                <a:latin typeface="Arial"/>
                <a:ea typeface="Arial"/>
                <a:cs typeface="Arial"/>
              </a:defRPr>
            </a:lvl6pPr>
            <a:lvl7pPr algn="l">
              <a:defRPr sz="2250" b="1">
                <a:solidFill>
                  <a:srgbClr val="163B36"/>
                </a:solidFill>
                <a:latin typeface="Arial"/>
                <a:ea typeface="Arial"/>
                <a:cs typeface="Arial"/>
              </a:defRPr>
            </a:lvl7pPr>
            <a:lvl8pPr algn="l">
              <a:defRPr sz="2250" b="1">
                <a:solidFill>
                  <a:srgbClr val="163B36"/>
                </a:solidFill>
                <a:latin typeface="Arial"/>
                <a:ea typeface="Arial"/>
                <a:cs typeface="Arial"/>
              </a:defRPr>
            </a:lvl8pPr>
            <a:lvl9pPr algn="l">
              <a:defRPr sz="2250" b="1">
                <a:solidFill>
                  <a:srgbClr val="163B36"/>
                </a:solidFill>
                <a:latin typeface="Arial"/>
                <a:ea typeface="Arial"/>
                <a:cs typeface="Arial"/>
              </a:defRPr>
            </a:lvl9pPr>
          </a:lstStyle>
          <a:p xmlns:a="http://schemas.openxmlformats.org/drawingml/2006/main">
            <a:pPr algn="l">
              <a:defRPr sz="2250" b="1">
                <a:solidFill>
                  <a:srgbClr val="163B36"/>
                </a:solidFill>
                <a:latin typeface="Arial"/>
                <a:ea typeface="Arial"/>
                <a:cs typeface="Arial"/>
              </a:defRPr>
            </a:pPr>
            <a:r>
              <a:rPr sz="2250" b="1">
                <a:solidFill>
                  <a:srgbClr val="163B36"/>
                </a:solidFill>
                <a:latin typeface="Arial"/>
                <a:ea typeface="Arial"/>
                <a:cs typeface="Arial"/>
              </a:rPr>
              <a:t>Document ingestion</a:t>
            </a:r>
          </a:p>
        </p:txBody>
      </p:sp>
      <p:sp>
        <p:nvSpPr>
          <p:cNvPr id="6" name="text-117">
            <a:extLst xmlns:a="http://schemas.openxmlformats.org/drawingml/2006/main">
              <a:ext uri="{FF2B5EF4-FFF2-40B4-BE49-F238E27FC236}">
                <a16:creationId xmlns:a16="http://schemas.microsoft.com/office/drawing/2014/main" id="{C0663E57-397F-4859-A8F3-DAAA71009734}"/>
              </a:ext>
            </a:extLst>
          </p:cNvPr>
          <p:cNvSpPr>
            <a:spLocks xmlns:a="http://schemas.openxmlformats.org/drawingml/2006/main" noGrp="1"/>
          </p:cNvSpPr>
          <p:nvPr/>
        </p:nvSpPr>
        <p:spPr>
          <a:xfrm xmlns:a="http://schemas.openxmlformats.org/drawingml/2006/main">
            <a:off x="609600" y="219075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B36"/>
                </a:solidFill>
                <a:latin typeface="Arial"/>
                <a:ea typeface="Arial"/>
                <a:cs typeface="Arial"/>
              </a:defRPr>
            </a:defPPr>
            <a:lvl1pPr algn="l">
              <a:defRPr sz="2100" b="0">
                <a:solidFill>
                  <a:srgbClr val="163B36"/>
                </a:solidFill>
                <a:latin typeface="Arial"/>
                <a:ea typeface="Arial"/>
                <a:cs typeface="Arial"/>
              </a:defRPr>
            </a:lvl1pPr>
            <a:lvl2pPr algn="l">
              <a:defRPr sz="2100" b="0">
                <a:solidFill>
                  <a:srgbClr val="163B36"/>
                </a:solidFill>
                <a:latin typeface="Arial"/>
                <a:ea typeface="Arial"/>
                <a:cs typeface="Arial"/>
              </a:defRPr>
            </a:lvl2pPr>
            <a:lvl3pPr algn="l">
              <a:defRPr sz="2100" b="0">
                <a:solidFill>
                  <a:srgbClr val="163B36"/>
                </a:solidFill>
                <a:latin typeface="Arial"/>
                <a:ea typeface="Arial"/>
                <a:cs typeface="Arial"/>
              </a:defRPr>
            </a:lvl3pPr>
            <a:lvl4pPr algn="l">
              <a:defRPr sz="2100" b="0">
                <a:solidFill>
                  <a:srgbClr val="163B36"/>
                </a:solidFill>
                <a:latin typeface="Arial"/>
                <a:ea typeface="Arial"/>
                <a:cs typeface="Arial"/>
              </a:defRPr>
            </a:lvl4pPr>
            <a:lvl5pPr algn="l">
              <a:defRPr sz="2100" b="0">
                <a:solidFill>
                  <a:srgbClr val="163B36"/>
                </a:solidFill>
                <a:latin typeface="Arial"/>
                <a:ea typeface="Arial"/>
                <a:cs typeface="Arial"/>
              </a:defRPr>
            </a:lvl5pPr>
            <a:lvl6pPr algn="l">
              <a:defRPr sz="2100" b="0">
                <a:solidFill>
                  <a:srgbClr val="163B36"/>
                </a:solidFill>
                <a:latin typeface="Arial"/>
                <a:ea typeface="Arial"/>
                <a:cs typeface="Arial"/>
              </a:defRPr>
            </a:lvl6pPr>
            <a:lvl7pPr algn="l">
              <a:defRPr sz="2100" b="0">
                <a:solidFill>
                  <a:srgbClr val="163B36"/>
                </a:solidFill>
                <a:latin typeface="Arial"/>
                <a:ea typeface="Arial"/>
                <a:cs typeface="Arial"/>
              </a:defRPr>
            </a:lvl7pPr>
            <a:lvl8pPr algn="l">
              <a:defRPr sz="2100" b="0">
                <a:solidFill>
                  <a:srgbClr val="163B36"/>
                </a:solidFill>
                <a:latin typeface="Arial"/>
                <a:ea typeface="Arial"/>
                <a:cs typeface="Arial"/>
              </a:defRPr>
            </a:lvl8pPr>
            <a:lvl9pPr algn="l">
              <a:defRPr sz="2100" b="0">
                <a:solidFill>
                  <a:srgbClr val="163B36"/>
                </a:solidFill>
                <a:latin typeface="Arial"/>
                <a:ea typeface="Arial"/>
                <a:cs typeface="Arial"/>
              </a:defRPr>
            </a:lvl9pPr>
          </a:lstStyle>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PDF text, chunks, embeddings</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and the Pinecone index</a:t>
            </a:r>
          </a:p>
        </p:txBody>
      </p:sp>
      <p:sp>
        <p:nvSpPr>
          <p:cNvPr id="7" name="text-118">
            <a:extLst xmlns:a="http://schemas.openxmlformats.org/drawingml/2006/main">
              <a:ext uri="{FF2B5EF4-FFF2-40B4-BE49-F238E27FC236}">
                <a16:creationId xmlns:a16="http://schemas.microsoft.com/office/drawing/2014/main" id="{D0AD0A89-EDDF-4191-A24E-45CF19AD6CBA}"/>
              </a:ext>
            </a:extLst>
          </p:cNvPr>
          <p:cNvSpPr>
            <a:spLocks xmlns:a="http://schemas.openxmlformats.org/drawingml/2006/main" noGrp="1"/>
          </p:cNvSpPr>
          <p:nvPr/>
        </p:nvSpPr>
        <p:spPr>
          <a:xfrm xmlns:a="http://schemas.openxmlformats.org/drawingml/2006/main">
            <a:off x="609600" y="3476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3B36"/>
                </a:solidFill>
                <a:latin typeface="Arial"/>
                <a:ea typeface="Arial"/>
                <a:cs typeface="Arial"/>
              </a:defRPr>
            </a:defPPr>
            <a:lvl1pPr algn="l">
              <a:defRPr sz="2250" b="1">
                <a:solidFill>
                  <a:srgbClr val="163B36"/>
                </a:solidFill>
                <a:latin typeface="Arial"/>
                <a:ea typeface="Arial"/>
                <a:cs typeface="Arial"/>
              </a:defRPr>
            </a:lvl1pPr>
            <a:lvl2pPr algn="l">
              <a:defRPr sz="2250" b="1">
                <a:solidFill>
                  <a:srgbClr val="163B36"/>
                </a:solidFill>
                <a:latin typeface="Arial"/>
                <a:ea typeface="Arial"/>
                <a:cs typeface="Arial"/>
              </a:defRPr>
            </a:lvl2pPr>
            <a:lvl3pPr algn="l">
              <a:defRPr sz="2250" b="1">
                <a:solidFill>
                  <a:srgbClr val="163B36"/>
                </a:solidFill>
                <a:latin typeface="Arial"/>
                <a:ea typeface="Arial"/>
                <a:cs typeface="Arial"/>
              </a:defRPr>
            </a:lvl3pPr>
            <a:lvl4pPr algn="l">
              <a:defRPr sz="2250" b="1">
                <a:solidFill>
                  <a:srgbClr val="163B36"/>
                </a:solidFill>
                <a:latin typeface="Arial"/>
                <a:ea typeface="Arial"/>
                <a:cs typeface="Arial"/>
              </a:defRPr>
            </a:lvl4pPr>
            <a:lvl5pPr algn="l">
              <a:defRPr sz="2250" b="1">
                <a:solidFill>
                  <a:srgbClr val="163B36"/>
                </a:solidFill>
                <a:latin typeface="Arial"/>
                <a:ea typeface="Arial"/>
                <a:cs typeface="Arial"/>
              </a:defRPr>
            </a:lvl5pPr>
            <a:lvl6pPr algn="l">
              <a:defRPr sz="2250" b="1">
                <a:solidFill>
                  <a:srgbClr val="163B36"/>
                </a:solidFill>
                <a:latin typeface="Arial"/>
                <a:ea typeface="Arial"/>
                <a:cs typeface="Arial"/>
              </a:defRPr>
            </a:lvl6pPr>
            <a:lvl7pPr algn="l">
              <a:defRPr sz="2250" b="1">
                <a:solidFill>
                  <a:srgbClr val="163B36"/>
                </a:solidFill>
                <a:latin typeface="Arial"/>
                <a:ea typeface="Arial"/>
                <a:cs typeface="Arial"/>
              </a:defRPr>
            </a:lvl7pPr>
            <a:lvl8pPr algn="l">
              <a:defRPr sz="2250" b="1">
                <a:solidFill>
                  <a:srgbClr val="163B36"/>
                </a:solidFill>
                <a:latin typeface="Arial"/>
                <a:ea typeface="Arial"/>
                <a:cs typeface="Arial"/>
              </a:defRPr>
            </a:lvl8pPr>
            <a:lvl9pPr algn="l">
              <a:defRPr sz="2250" b="1">
                <a:solidFill>
                  <a:srgbClr val="163B36"/>
                </a:solidFill>
                <a:latin typeface="Arial"/>
                <a:ea typeface="Arial"/>
                <a:cs typeface="Arial"/>
              </a:defRPr>
            </a:lvl9pPr>
          </a:lstStyle>
          <a:p xmlns:a="http://schemas.openxmlformats.org/drawingml/2006/main">
            <a:pPr algn="l">
              <a:defRPr sz="2250" b="1">
                <a:solidFill>
                  <a:srgbClr val="163B36"/>
                </a:solidFill>
                <a:latin typeface="Arial"/>
                <a:ea typeface="Arial"/>
                <a:cs typeface="Arial"/>
              </a:defRPr>
            </a:pPr>
            <a:r>
              <a:rPr sz="2250" b="1">
                <a:solidFill>
                  <a:srgbClr val="163B36"/>
                </a:solidFill>
                <a:latin typeface="Arial"/>
                <a:ea typeface="Arial"/>
                <a:cs typeface="Arial"/>
              </a:rPr>
              <a:t>Question answering</a:t>
            </a:r>
          </a:p>
        </p:txBody>
      </p:sp>
      <p:sp>
        <p:nvSpPr>
          <p:cNvPr id="8" name="text-119">
            <a:extLst xmlns:a="http://schemas.openxmlformats.org/drawingml/2006/main">
              <a:ext uri="{FF2B5EF4-FFF2-40B4-BE49-F238E27FC236}">
                <a16:creationId xmlns:a16="http://schemas.microsoft.com/office/drawing/2014/main" id="{F29C9FC0-BD87-429D-AB2E-E802D987EB19}"/>
              </a:ext>
            </a:extLst>
          </p:cNvPr>
          <p:cNvSpPr>
            <a:spLocks xmlns:a="http://schemas.openxmlformats.org/drawingml/2006/main" noGrp="1"/>
          </p:cNvSpPr>
          <p:nvPr/>
        </p:nvSpPr>
        <p:spPr>
          <a:xfrm xmlns:a="http://schemas.openxmlformats.org/drawingml/2006/main">
            <a:off x="609600" y="40957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B36"/>
                </a:solidFill>
                <a:latin typeface="Arial"/>
                <a:ea typeface="Arial"/>
                <a:cs typeface="Arial"/>
              </a:defRPr>
            </a:defPPr>
            <a:lvl1pPr algn="l">
              <a:defRPr sz="2100" b="0">
                <a:solidFill>
                  <a:srgbClr val="163B36"/>
                </a:solidFill>
                <a:latin typeface="Arial"/>
                <a:ea typeface="Arial"/>
                <a:cs typeface="Arial"/>
              </a:defRPr>
            </a:lvl1pPr>
            <a:lvl2pPr algn="l">
              <a:defRPr sz="2100" b="0">
                <a:solidFill>
                  <a:srgbClr val="163B36"/>
                </a:solidFill>
                <a:latin typeface="Arial"/>
                <a:ea typeface="Arial"/>
                <a:cs typeface="Arial"/>
              </a:defRPr>
            </a:lvl2pPr>
            <a:lvl3pPr algn="l">
              <a:defRPr sz="2100" b="0">
                <a:solidFill>
                  <a:srgbClr val="163B36"/>
                </a:solidFill>
                <a:latin typeface="Arial"/>
                <a:ea typeface="Arial"/>
                <a:cs typeface="Arial"/>
              </a:defRPr>
            </a:lvl3pPr>
            <a:lvl4pPr algn="l">
              <a:defRPr sz="2100" b="0">
                <a:solidFill>
                  <a:srgbClr val="163B36"/>
                </a:solidFill>
                <a:latin typeface="Arial"/>
                <a:ea typeface="Arial"/>
                <a:cs typeface="Arial"/>
              </a:defRPr>
            </a:lvl4pPr>
            <a:lvl5pPr algn="l">
              <a:defRPr sz="2100" b="0">
                <a:solidFill>
                  <a:srgbClr val="163B36"/>
                </a:solidFill>
                <a:latin typeface="Arial"/>
                <a:ea typeface="Arial"/>
                <a:cs typeface="Arial"/>
              </a:defRPr>
            </a:lvl5pPr>
            <a:lvl6pPr algn="l">
              <a:defRPr sz="2100" b="0">
                <a:solidFill>
                  <a:srgbClr val="163B36"/>
                </a:solidFill>
                <a:latin typeface="Arial"/>
                <a:ea typeface="Arial"/>
                <a:cs typeface="Arial"/>
              </a:defRPr>
            </a:lvl6pPr>
            <a:lvl7pPr algn="l">
              <a:defRPr sz="2100" b="0">
                <a:solidFill>
                  <a:srgbClr val="163B36"/>
                </a:solidFill>
                <a:latin typeface="Arial"/>
                <a:ea typeface="Arial"/>
                <a:cs typeface="Arial"/>
              </a:defRPr>
            </a:lvl7pPr>
            <a:lvl8pPr algn="l">
              <a:defRPr sz="2100" b="0">
                <a:solidFill>
                  <a:srgbClr val="163B36"/>
                </a:solidFill>
                <a:latin typeface="Arial"/>
                <a:ea typeface="Arial"/>
                <a:cs typeface="Arial"/>
              </a:defRPr>
            </a:lvl8pPr>
            <a:lvl9pPr algn="l">
              <a:defRPr sz="2100" b="0">
                <a:solidFill>
                  <a:srgbClr val="163B36"/>
                </a:solidFill>
                <a:latin typeface="Arial"/>
                <a:ea typeface="Arial"/>
                <a:cs typeface="Arial"/>
              </a:defRPr>
            </a:lvl9pPr>
          </a:lstStyle>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Cosine retrieval, routing,</a:t>
            </a:r>
          </a:p>
          <a:p xmlns:a="http://schemas.openxmlformats.org/drawingml/2006/main">
            <a:pPr algn="l">
              <a:defRPr sz="2100" b="0">
                <a:solidFill>
                  <a:srgbClr val="163B36"/>
                </a:solidFill>
                <a:latin typeface="Arial"/>
                <a:ea typeface="Arial"/>
                <a:cs typeface="Arial"/>
              </a:defRPr>
            </a:pPr>
            <a:r>
              <a:rPr sz="2100" b="0">
                <a:solidFill>
                  <a:srgbClr val="163B36"/>
                </a:solidFill>
                <a:latin typeface="Arial"/>
                <a:ea typeface="Arial"/>
                <a:cs typeface="Arial"/>
              </a:rPr>
              <a:t>citation validation and review</a:t>
            </a:r>
          </a:p>
        </p:txBody>
      </p:sp>
      <p:sp>
        <p:nvSpPr>
          <p:cNvPr id="9" name="text-120">
            <a:extLst xmlns:a="http://schemas.openxmlformats.org/drawingml/2006/main">
              <a:ext uri="{FF2B5EF4-FFF2-40B4-BE49-F238E27FC236}">
                <a16:creationId xmlns:a16="http://schemas.microsoft.com/office/drawing/2014/main" id="{5E1F1F7A-6810-439E-98C2-3E3DAEC82B34}"/>
              </a:ext>
            </a:extLst>
          </p:cNvPr>
          <p:cNvSpPr>
            <a:spLocks xmlns:a="http://schemas.openxmlformats.org/drawingml/2006/main" noGrp="1"/>
          </p:cNvSpPr>
          <p:nvPr/>
        </p:nvSpPr>
        <p:spPr>
          <a:xfrm xmlns:a="http://schemas.openxmlformats.org/drawingml/2006/main">
            <a:off x="609600" y="53340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6C60"/>
                </a:solidFill>
                <a:latin typeface="Arial"/>
                <a:ea typeface="Arial"/>
                <a:cs typeface="Arial"/>
              </a:defRPr>
            </a:defPPr>
            <a:lvl1pPr algn="l">
              <a:defRPr sz="2025" b="0">
                <a:solidFill>
                  <a:srgbClr val="126C60"/>
                </a:solidFill>
                <a:latin typeface="Arial"/>
                <a:ea typeface="Arial"/>
                <a:cs typeface="Arial"/>
              </a:defRPr>
            </a:lvl1pPr>
            <a:lvl2pPr algn="l">
              <a:defRPr sz="2025" b="0">
                <a:solidFill>
                  <a:srgbClr val="126C60"/>
                </a:solidFill>
                <a:latin typeface="Arial"/>
                <a:ea typeface="Arial"/>
                <a:cs typeface="Arial"/>
              </a:defRPr>
            </a:lvl2pPr>
            <a:lvl3pPr algn="l">
              <a:defRPr sz="2025" b="0">
                <a:solidFill>
                  <a:srgbClr val="126C60"/>
                </a:solidFill>
                <a:latin typeface="Arial"/>
                <a:ea typeface="Arial"/>
                <a:cs typeface="Arial"/>
              </a:defRPr>
            </a:lvl3pPr>
            <a:lvl4pPr algn="l">
              <a:defRPr sz="2025" b="0">
                <a:solidFill>
                  <a:srgbClr val="126C60"/>
                </a:solidFill>
                <a:latin typeface="Arial"/>
                <a:ea typeface="Arial"/>
                <a:cs typeface="Arial"/>
              </a:defRPr>
            </a:lvl4pPr>
            <a:lvl5pPr algn="l">
              <a:defRPr sz="2025" b="0">
                <a:solidFill>
                  <a:srgbClr val="126C60"/>
                </a:solidFill>
                <a:latin typeface="Arial"/>
                <a:ea typeface="Arial"/>
                <a:cs typeface="Arial"/>
              </a:defRPr>
            </a:lvl5pPr>
            <a:lvl6pPr algn="l">
              <a:defRPr sz="2025" b="0">
                <a:solidFill>
                  <a:srgbClr val="126C60"/>
                </a:solidFill>
                <a:latin typeface="Arial"/>
                <a:ea typeface="Arial"/>
                <a:cs typeface="Arial"/>
              </a:defRPr>
            </a:lvl6pPr>
            <a:lvl7pPr algn="l">
              <a:defRPr sz="2025" b="0">
                <a:solidFill>
                  <a:srgbClr val="126C60"/>
                </a:solidFill>
                <a:latin typeface="Arial"/>
                <a:ea typeface="Arial"/>
                <a:cs typeface="Arial"/>
              </a:defRPr>
            </a:lvl7pPr>
            <a:lvl8pPr algn="l">
              <a:defRPr sz="2025" b="0">
                <a:solidFill>
                  <a:srgbClr val="126C60"/>
                </a:solidFill>
                <a:latin typeface="Arial"/>
                <a:ea typeface="Arial"/>
                <a:cs typeface="Arial"/>
              </a:defRPr>
            </a:lvl8pPr>
            <a:lvl9pPr algn="l">
              <a:defRPr sz="2025" b="0">
                <a:solidFill>
                  <a:srgbClr val="126C60"/>
                </a:solidFill>
                <a:latin typeface="Arial"/>
                <a:ea typeface="Arial"/>
                <a:cs typeface="Arial"/>
              </a:defRPr>
            </a:lvl9pPr>
          </a:lstStyle>
          <a:p xmlns:a="http://schemas.openxmlformats.org/drawingml/2006/main">
            <a:pPr algn="l">
              <a:defRPr sz="2025" b="0">
                <a:solidFill>
                  <a:srgbClr val="126C60"/>
                </a:solidFill>
                <a:latin typeface="Arial"/>
                <a:ea typeface="Arial"/>
                <a:cs typeface="Arial"/>
              </a:defRPr>
            </a:pPr>
            <a:r>
              <a:rPr sz="2025" b="0">
                <a:solidFill>
                  <a:srgbClr val="126C60"/>
                </a:solidFill>
                <a:latin typeface="Arial"/>
                <a:ea typeface="Arial"/>
                <a:cs typeface="Arial"/>
              </a:rPr>
              <a:t>Local reports support</a:t>
            </a:r>
          </a:p>
          <a:p xmlns:a="http://schemas.openxmlformats.org/drawingml/2006/main">
            <a:pPr algn="l">
              <a:defRPr sz="2025" b="0">
                <a:solidFill>
                  <a:srgbClr val="126C60"/>
                </a:solidFill>
                <a:latin typeface="Arial"/>
                <a:ea typeface="Arial"/>
                <a:cs typeface="Arial"/>
              </a:defRPr>
            </a:pPr>
            <a:r>
              <a:rPr sz="2025" b="0">
                <a:solidFill>
                  <a:srgbClr val="126C60"/>
                </a:solidFill>
                <a:latin typeface="Arial"/>
                <a:ea typeface="Arial"/>
                <a:cs typeface="Arial"/>
              </a:rPr>
              <a:t>human evaluation.</a:t>
            </a:r>
          </a:p>
        </p:txBody>
      </p:sp>
    </p:spTree>
    <p:extLst>
      <p:ext uri="{BB962C8B-B14F-4D97-AF65-F5344CB8AC3E}">
        <p14:creationId xmlns:p14="http://schemas.microsoft.com/office/powerpoint/2010/main" val="20786244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2026-10-25T00:11:37.9650000Z</dcterms:created>
  <dcterms:modified xsi:type="dcterms:W3CDTF">2026-10-25T00:11:37.9650000Z</dcterms:modified>
</coreProperties>
</file>